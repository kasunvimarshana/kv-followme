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0" r:id="rId8"/>
    <p:sldId id="268" r:id="rId9"/>
    <p:sldId id="261" r:id="rId10"/>
    <p:sldId id="267" r:id="rId11"/>
    <p:sldId id="270" r:id="rId12"/>
    <p:sldId id="271" r:id="rId13"/>
    <p:sldId id="262" r:id="rId14"/>
    <p:sldId id="263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29DBE3-9757-4916-9AAB-FF1D55EAE5D3}" v="31" dt="2025-05-25T18:50:52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31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un Vimarshara" userId="7832a056-0419-4f15-bbc2-563fbb56dd60" providerId="ADAL" clId="{7029DBE3-9757-4916-9AAB-FF1D55EAE5D3}"/>
    <pc:docChg chg="undo custSel addSld delSld modSld sldOrd">
      <pc:chgData name="Kasun Vimarshara" userId="7832a056-0419-4f15-bbc2-563fbb56dd60" providerId="ADAL" clId="{7029DBE3-9757-4916-9AAB-FF1D55EAE5D3}" dt="2025-05-25T18:52:07.007" v="301" actId="26606"/>
      <pc:docMkLst>
        <pc:docMk/>
      </pc:docMkLst>
      <pc:sldChg chg="addSp delSp modSp mod setBg addAnim delAnim setClrOvrMap">
        <pc:chgData name="Kasun Vimarshara" userId="7832a056-0419-4f15-bbc2-563fbb56dd60" providerId="ADAL" clId="{7029DBE3-9757-4916-9AAB-FF1D55EAE5D3}" dt="2025-05-25T18:44:57.897" v="289" actId="26606"/>
        <pc:sldMkLst>
          <pc:docMk/>
          <pc:sldMk cId="0" sldId="256"/>
        </pc:sldMkLst>
        <pc:spChg chg="mod ord">
          <ac:chgData name="Kasun Vimarshara" userId="7832a056-0419-4f15-bbc2-563fbb56dd60" providerId="ADAL" clId="{7029DBE3-9757-4916-9AAB-FF1D55EAE5D3}" dt="2025-05-25T18:44:57.897" v="289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sun Vimarshara" userId="7832a056-0419-4f15-bbc2-563fbb56dd60" providerId="ADAL" clId="{7029DBE3-9757-4916-9AAB-FF1D55EAE5D3}" dt="2025-05-25T18:44:57.897" v="289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Kasun Vimarshara" userId="7832a056-0419-4f15-bbc2-563fbb56dd60" providerId="ADAL" clId="{7029DBE3-9757-4916-9AAB-FF1D55EAE5D3}" dt="2025-05-25T18:32:38.106" v="246" actId="26606"/>
          <ac:spMkLst>
            <pc:docMk/>
            <pc:sldMk cId="0" sldId="256"/>
            <ac:spMk id="8" creationId="{DAB482FD-C684-4DAA-AC4C-1739F51A98A0}"/>
          </ac:spMkLst>
        </pc:spChg>
        <pc:spChg chg="add del">
          <ac:chgData name="Kasun Vimarshara" userId="7832a056-0419-4f15-bbc2-563fbb56dd60" providerId="ADAL" clId="{7029DBE3-9757-4916-9AAB-FF1D55EAE5D3}" dt="2025-05-25T18:32:54.459" v="252" actId="26606"/>
          <ac:spMkLst>
            <pc:docMk/>
            <pc:sldMk cId="0" sldId="256"/>
            <ac:spMk id="14" creationId="{1976BAAA-75A1-48AA-B7DE-B6B8070992D3}"/>
          </ac:spMkLst>
        </pc:spChg>
        <pc:spChg chg="add del">
          <ac:chgData name="Kasun Vimarshara" userId="7832a056-0419-4f15-bbc2-563fbb56dd60" providerId="ADAL" clId="{7029DBE3-9757-4916-9AAB-FF1D55EAE5D3}" dt="2025-05-25T18:32:54.459" v="252" actId="26606"/>
          <ac:spMkLst>
            <pc:docMk/>
            <pc:sldMk cId="0" sldId="256"/>
            <ac:spMk id="15" creationId="{65A5F259-CDF7-4A15-A66C-A9939D23E346}"/>
          </ac:spMkLst>
        </pc:spChg>
        <pc:spChg chg="add">
          <ac:chgData name="Kasun Vimarshara" userId="7832a056-0419-4f15-bbc2-563fbb56dd60" providerId="ADAL" clId="{7029DBE3-9757-4916-9AAB-FF1D55EAE5D3}" dt="2025-05-25T18:44:57.897" v="289" actId="26606"/>
          <ac:spMkLst>
            <pc:docMk/>
            <pc:sldMk cId="0" sldId="256"/>
            <ac:spMk id="16" creationId="{33474BD5-5CDD-4624-B265-461D5D2FAB8D}"/>
          </ac:spMkLst>
        </pc:spChg>
        <pc:spChg chg="add del">
          <ac:chgData name="Kasun Vimarshara" userId="7832a056-0419-4f15-bbc2-563fbb56dd60" providerId="ADAL" clId="{7029DBE3-9757-4916-9AAB-FF1D55EAE5D3}" dt="2025-05-25T18:32:55.945" v="254" actId="26606"/>
          <ac:spMkLst>
            <pc:docMk/>
            <pc:sldMk cId="0" sldId="256"/>
            <ac:spMk id="17" creationId="{2124007E-BA57-41B2-8C6B-5E99927F2247}"/>
          </ac:spMkLst>
        </pc:spChg>
        <pc:spChg chg="add del">
          <ac:chgData name="Kasun Vimarshara" userId="7832a056-0419-4f15-bbc2-563fbb56dd60" providerId="ADAL" clId="{7029DBE3-9757-4916-9AAB-FF1D55EAE5D3}" dt="2025-05-25T18:32:55.945" v="254" actId="26606"/>
          <ac:spMkLst>
            <pc:docMk/>
            <pc:sldMk cId="0" sldId="256"/>
            <ac:spMk id="18" creationId="{DE118816-C01D-462E-B0B0-777C21EF604F}"/>
          </ac:spMkLst>
        </pc:spChg>
        <pc:spChg chg="add del">
          <ac:chgData name="Kasun Vimarshara" userId="7832a056-0419-4f15-bbc2-563fbb56dd60" providerId="ADAL" clId="{7029DBE3-9757-4916-9AAB-FF1D55EAE5D3}" dt="2025-05-25T18:32:55.945" v="254" actId="26606"/>
          <ac:spMkLst>
            <pc:docMk/>
            <pc:sldMk cId="0" sldId="256"/>
            <ac:spMk id="19" creationId="{255D0BF7-94F4-4437-A2B2-87BAFF86D541}"/>
          </ac:spMkLst>
        </pc:spChg>
        <pc:spChg chg="add del">
          <ac:chgData name="Kasun Vimarshara" userId="7832a056-0419-4f15-bbc2-563fbb56dd60" providerId="ADAL" clId="{7029DBE3-9757-4916-9AAB-FF1D55EAE5D3}" dt="2025-05-25T18:32:58.686" v="256" actId="26606"/>
          <ac:spMkLst>
            <pc:docMk/>
            <pc:sldMk cId="0" sldId="256"/>
            <ac:spMk id="21" creationId="{2124007E-BA57-41B2-8C6B-5E99927F2247}"/>
          </ac:spMkLst>
        </pc:spChg>
        <pc:spChg chg="add del">
          <ac:chgData name="Kasun Vimarshara" userId="7832a056-0419-4f15-bbc2-563fbb56dd60" providerId="ADAL" clId="{7029DBE3-9757-4916-9AAB-FF1D55EAE5D3}" dt="2025-05-25T18:32:58.686" v="256" actId="26606"/>
          <ac:spMkLst>
            <pc:docMk/>
            <pc:sldMk cId="0" sldId="256"/>
            <ac:spMk id="22" creationId="{255D0BF7-94F4-4437-A2B2-87BAFF86D541}"/>
          </ac:spMkLst>
        </pc:spChg>
        <pc:spChg chg="add del">
          <ac:chgData name="Kasun Vimarshara" userId="7832a056-0419-4f15-bbc2-563fbb56dd60" providerId="ADAL" clId="{7029DBE3-9757-4916-9AAB-FF1D55EAE5D3}" dt="2025-05-25T18:32:58.686" v="256" actId="26606"/>
          <ac:spMkLst>
            <pc:docMk/>
            <pc:sldMk cId="0" sldId="256"/>
            <ac:spMk id="23" creationId="{DE118816-C01D-462E-B0B0-777C21EF604F}"/>
          </ac:spMkLst>
        </pc:spChg>
        <pc:spChg chg="add del">
          <ac:chgData name="Kasun Vimarshara" userId="7832a056-0419-4f15-bbc2-563fbb56dd60" providerId="ADAL" clId="{7029DBE3-9757-4916-9AAB-FF1D55EAE5D3}" dt="2025-05-25T18:33:03.962" v="258" actId="26606"/>
          <ac:spMkLst>
            <pc:docMk/>
            <pc:sldMk cId="0" sldId="256"/>
            <ac:spMk id="25" creationId="{1976BAAA-75A1-48AA-B7DE-B6B8070992D3}"/>
          </ac:spMkLst>
        </pc:spChg>
        <pc:spChg chg="add del">
          <ac:chgData name="Kasun Vimarshara" userId="7832a056-0419-4f15-bbc2-563fbb56dd60" providerId="ADAL" clId="{7029DBE3-9757-4916-9AAB-FF1D55EAE5D3}" dt="2025-05-25T18:33:03.962" v="258" actId="26606"/>
          <ac:spMkLst>
            <pc:docMk/>
            <pc:sldMk cId="0" sldId="256"/>
            <ac:spMk id="26" creationId="{65A5F259-CDF7-4A15-A66C-A9939D23E346}"/>
          </ac:spMkLst>
        </pc:spChg>
        <pc:spChg chg="add">
          <ac:chgData name="Kasun Vimarshara" userId="7832a056-0419-4f15-bbc2-563fbb56dd60" providerId="ADAL" clId="{7029DBE3-9757-4916-9AAB-FF1D55EAE5D3}" dt="2025-05-25T18:44:57.897" v="289" actId="26606"/>
          <ac:spMkLst>
            <pc:docMk/>
            <pc:sldMk cId="0" sldId="256"/>
            <ac:spMk id="29" creationId="{9E382A3D-2F90-475C-8DF2-F666FEA3425B}"/>
          </ac:spMkLst>
        </pc:spChg>
        <pc:grpChg chg="add del">
          <ac:chgData name="Kasun Vimarshara" userId="7832a056-0419-4f15-bbc2-563fbb56dd60" providerId="ADAL" clId="{7029DBE3-9757-4916-9AAB-FF1D55EAE5D3}" dt="2025-05-25T18:44:57.897" v="289" actId="26606"/>
          <ac:grpSpMkLst>
            <pc:docMk/>
            <pc:sldMk cId="0" sldId="256"/>
            <ac:grpSpMk id="6" creationId="{F1ECA4FE-7D2F-4576-B767-3A5F5ABFE90F}"/>
          </ac:grpSpMkLst>
        </pc:grpChg>
        <pc:grpChg chg="add">
          <ac:chgData name="Kasun Vimarshara" userId="7832a056-0419-4f15-bbc2-563fbb56dd60" providerId="ADAL" clId="{7029DBE3-9757-4916-9AAB-FF1D55EAE5D3}" dt="2025-05-25T18:44:57.897" v="289" actId="26606"/>
          <ac:grpSpMkLst>
            <pc:docMk/>
            <pc:sldMk cId="0" sldId="256"/>
            <ac:grpSpMk id="13" creationId="{97541F74-7AB4-44F5-B299-DC46587E96D6}"/>
          </ac:grpSpMkLst>
        </pc:grpChg>
        <pc:picChg chg="add del">
          <ac:chgData name="Kasun Vimarshara" userId="7832a056-0419-4f15-bbc2-563fbb56dd60" providerId="ADAL" clId="{7029DBE3-9757-4916-9AAB-FF1D55EAE5D3}" dt="2025-05-25T18:32:35.395" v="242" actId="26606"/>
          <ac:picMkLst>
            <pc:docMk/>
            <pc:sldMk cId="0" sldId="256"/>
            <ac:picMk id="5" creationId="{C3CFBA8A-F5B3-98CF-2B28-3E9B643DB652}"/>
          </ac:picMkLst>
        </pc:picChg>
        <pc:picChg chg="add del">
          <ac:chgData name="Kasun Vimarshara" userId="7832a056-0419-4f15-bbc2-563fbb56dd60" providerId="ADAL" clId="{7029DBE3-9757-4916-9AAB-FF1D55EAE5D3}" dt="2025-05-25T18:32:48.416" v="250" actId="26606"/>
          <ac:picMkLst>
            <pc:docMk/>
            <pc:sldMk cId="0" sldId="256"/>
            <ac:picMk id="12" creationId="{C3CFBA8A-F5B3-98CF-2B28-3E9B643DB652}"/>
          </ac:picMkLst>
        </pc:picChg>
        <pc:picChg chg="add del">
          <ac:chgData name="Kasun Vimarshara" userId="7832a056-0419-4f15-bbc2-563fbb56dd60" providerId="ADAL" clId="{7029DBE3-9757-4916-9AAB-FF1D55EAE5D3}" dt="2025-05-25T18:33:32.749" v="264" actId="26606"/>
          <ac:picMkLst>
            <pc:docMk/>
            <pc:sldMk cId="0" sldId="256"/>
            <ac:picMk id="28" creationId="{C3CFBA8A-F5B3-98CF-2B28-3E9B643DB652}"/>
          </ac:picMkLst>
        </pc:picChg>
        <pc:cxnChg chg="add del">
          <ac:chgData name="Kasun Vimarshara" userId="7832a056-0419-4f15-bbc2-563fbb56dd60" providerId="ADAL" clId="{7029DBE3-9757-4916-9AAB-FF1D55EAE5D3}" dt="2025-05-25T18:32:38.106" v="246" actId="26606"/>
          <ac:cxnSpMkLst>
            <pc:docMk/>
            <pc:sldMk cId="0" sldId="256"/>
            <ac:cxnSpMk id="10" creationId="{2DAA738B-EDF5-4694-B25A-3488245BC87C}"/>
          </ac:cxnSpMkLst>
        </pc:cxnChg>
        <pc:cxnChg chg="add del">
          <ac:chgData name="Kasun Vimarshara" userId="7832a056-0419-4f15-bbc2-563fbb56dd60" providerId="ADAL" clId="{7029DBE3-9757-4916-9AAB-FF1D55EAE5D3}" dt="2025-05-25T18:44:57.897" v="289" actId="26606"/>
          <ac:cxnSpMkLst>
            <pc:docMk/>
            <pc:sldMk cId="0" sldId="256"/>
            <ac:cxnSpMk id="11" creationId="{E81F53E2-F556-42FA-8D24-113839EE19F8}"/>
          </ac:cxnSpMkLst>
        </pc:cxnChg>
      </pc:sldChg>
      <pc:sldChg chg="addSp delSp modSp mod setBg">
        <pc:chgData name="Kasun Vimarshara" userId="7832a056-0419-4f15-bbc2-563fbb56dd60" providerId="ADAL" clId="{7029DBE3-9757-4916-9AAB-FF1D55EAE5D3}" dt="2025-05-25T18:52:07.007" v="301" actId="26606"/>
        <pc:sldMkLst>
          <pc:docMk/>
          <pc:sldMk cId="0" sldId="257"/>
        </pc:sldMkLst>
        <pc:spChg chg="mod">
          <ac:chgData name="Kasun Vimarshara" userId="7832a056-0419-4f15-bbc2-563fbb56dd60" providerId="ADAL" clId="{7029DBE3-9757-4916-9AAB-FF1D55EAE5D3}" dt="2025-05-25T18:37:41.841" v="276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Kasun Vimarshara" userId="7832a056-0419-4f15-bbc2-563fbb56dd60" providerId="ADAL" clId="{7029DBE3-9757-4916-9AAB-FF1D55EAE5D3}" dt="2025-05-25T18:37:41.841" v="276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Kasun Vimarshara" userId="7832a056-0419-4f15-bbc2-563fbb56dd60" providerId="ADAL" clId="{7029DBE3-9757-4916-9AAB-FF1D55EAE5D3}" dt="2025-05-25T18:37:41.841" v="276" actId="26606"/>
          <ac:spMkLst>
            <pc:docMk/>
            <pc:sldMk cId="0" sldId="257"/>
            <ac:spMk id="9" creationId="{ECAF1E58-D170-4EF3-8E1A-992DA3688FC2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11" creationId="{3EACCB19-3F29-416E-BD93-24BDDE3739C5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13" creationId="{39C41423-F9F7-4333-A541-61582D3D23E3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15" creationId="{A66DA090-6BD9-45CC-B782-02767069BFB3}"/>
          </ac:spMkLst>
        </pc:spChg>
        <pc:spChg chg="add">
          <ac:chgData name="Kasun Vimarshara" userId="7832a056-0419-4f15-bbc2-563fbb56dd60" providerId="ADAL" clId="{7029DBE3-9757-4916-9AAB-FF1D55EAE5D3}" dt="2025-05-25T18:37:41.841" v="276" actId="26606"/>
          <ac:spMkLst>
            <pc:docMk/>
            <pc:sldMk cId="0" sldId="257"/>
            <ac:spMk id="17" creationId="{BA9F93AF-9489-4B8A-AA6B-1B00D3CA68C2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19" creationId="{2F459F0B-865B-481D-9AC3-15C76A336007}"/>
          </ac:spMkLst>
        </pc:spChg>
        <pc:spChg chg="add">
          <ac:chgData name="Kasun Vimarshara" userId="7832a056-0419-4f15-bbc2-563fbb56dd60" providerId="ADAL" clId="{7029DBE3-9757-4916-9AAB-FF1D55EAE5D3}" dt="2025-05-25T18:37:41.841" v="276" actId="26606"/>
          <ac:spMkLst>
            <pc:docMk/>
            <pc:sldMk cId="0" sldId="257"/>
            <ac:spMk id="21" creationId="{61CDB3A6-B686-4E1D-AD52-3DC038A45EE3}"/>
          </ac:spMkLst>
        </pc:spChg>
        <pc:spChg chg="add">
          <ac:chgData name="Kasun Vimarshara" userId="7832a056-0419-4f15-bbc2-563fbb56dd60" providerId="ADAL" clId="{7029DBE3-9757-4916-9AAB-FF1D55EAE5D3}" dt="2025-05-25T18:37:41.841" v="276" actId="26606"/>
          <ac:spMkLst>
            <pc:docMk/>
            <pc:sldMk cId="0" sldId="257"/>
            <ac:spMk id="23" creationId="{3D38E400-4F30-481D-A5DC-5AA21A2CB8A1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28" creationId="{ECAF1E58-D170-4EF3-8E1A-992DA3688FC2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32" creationId="{39C41423-F9F7-4333-A541-61582D3D23E3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34" creationId="{A66DA090-6BD9-45CC-B782-02767069BFB3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36" creationId="{BA9F93AF-9489-4B8A-AA6B-1B00D3CA68C2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40" creationId="{61CDB3A6-B686-4E1D-AD52-3DC038A45EE3}"/>
          </ac:spMkLst>
        </pc:spChg>
        <pc:spChg chg="add del">
          <ac:chgData name="Kasun Vimarshara" userId="7832a056-0419-4f15-bbc2-563fbb56dd60" providerId="ADAL" clId="{7029DBE3-9757-4916-9AAB-FF1D55EAE5D3}" dt="2025-05-25T18:52:07.007" v="301" actId="26606"/>
          <ac:spMkLst>
            <pc:docMk/>
            <pc:sldMk cId="0" sldId="257"/>
            <ac:spMk id="42" creationId="{3D38E400-4F30-481D-A5DC-5AA21A2CB8A1}"/>
          </ac:spMkLst>
        </pc:spChg>
        <pc:graphicFrameChg chg="mod modGraphic">
          <ac:chgData name="Kasun Vimarshara" userId="7832a056-0419-4f15-bbc2-563fbb56dd60" providerId="ADAL" clId="{7029DBE3-9757-4916-9AAB-FF1D55EAE5D3}" dt="2025-05-25T18:50:51.982" v="299" actId="207"/>
          <ac:graphicFrameMkLst>
            <pc:docMk/>
            <pc:sldMk cId="0" sldId="257"/>
            <ac:graphicFrameMk id="5" creationId="{1A9BF3FF-AFF6-D36F-5CC0-8512265EB092}"/>
          </ac:graphicFrameMkLst>
        </pc:graphicFrameChg>
      </pc:sldChg>
      <pc:sldChg chg="addSp delSp modSp mod setBg">
        <pc:chgData name="Kasun Vimarshara" userId="7832a056-0419-4f15-bbc2-563fbb56dd60" providerId="ADAL" clId="{7029DBE3-9757-4916-9AAB-FF1D55EAE5D3}" dt="2025-05-25T18:48:47.885" v="290" actId="207"/>
        <pc:sldMkLst>
          <pc:docMk/>
          <pc:sldMk cId="0" sldId="258"/>
        </pc:sldMkLst>
        <pc:spChg chg="mo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9" creationId="{ECAF1E58-D170-4EF3-8E1A-992DA3688FC2}"/>
          </ac:spMkLst>
        </pc:spChg>
        <pc:spChg chg="ad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11" creationId="{3EACCB19-3F29-416E-BD93-24BDDE3739C5}"/>
          </ac:spMkLst>
        </pc:spChg>
        <pc:spChg chg="ad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13" creationId="{39C41423-F9F7-4333-A541-61582D3D23E3}"/>
          </ac:spMkLst>
        </pc:spChg>
        <pc:spChg chg="ad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15" creationId="{A66DA090-6BD9-45CC-B782-02767069BFB3}"/>
          </ac:spMkLst>
        </pc:spChg>
        <pc:spChg chg="ad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17" creationId="{BA9F93AF-9489-4B8A-AA6B-1B00D3CA68C2}"/>
          </ac:spMkLst>
        </pc:spChg>
        <pc:spChg chg="ad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19" creationId="{2F459F0B-865B-481D-9AC3-15C76A336007}"/>
          </ac:spMkLst>
        </pc:spChg>
        <pc:spChg chg="ad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21" creationId="{61CDB3A6-B686-4E1D-AD52-3DC038A45EE3}"/>
          </ac:spMkLst>
        </pc:spChg>
        <pc:spChg chg="add">
          <ac:chgData name="Kasun Vimarshara" userId="7832a056-0419-4f15-bbc2-563fbb56dd60" providerId="ADAL" clId="{7029DBE3-9757-4916-9AAB-FF1D55EAE5D3}" dt="2025-05-25T18:37:09.444" v="275" actId="26606"/>
          <ac:spMkLst>
            <pc:docMk/>
            <pc:sldMk cId="0" sldId="258"/>
            <ac:spMk id="23" creationId="{3D38E400-4F30-481D-A5DC-5AA21A2CB8A1}"/>
          </ac:spMkLst>
        </pc:spChg>
        <pc:graphicFrameChg chg="mod">
          <ac:chgData name="Kasun Vimarshara" userId="7832a056-0419-4f15-bbc2-563fbb56dd60" providerId="ADAL" clId="{7029DBE3-9757-4916-9AAB-FF1D55EAE5D3}" dt="2025-05-25T18:48:47.885" v="290" actId="207"/>
          <ac:graphicFrameMkLst>
            <pc:docMk/>
            <pc:sldMk cId="0" sldId="258"/>
            <ac:graphicFrameMk id="5" creationId="{FCD6C9C9-264E-1B84-E7D2-F5B2A4DE9690}"/>
          </ac:graphicFrameMkLst>
        </pc:graphicFrameChg>
      </pc:sldChg>
      <pc:sldChg chg="addSp delSp modSp del mod">
        <pc:chgData name="Kasun Vimarshara" userId="7832a056-0419-4f15-bbc2-563fbb56dd60" providerId="ADAL" clId="{7029DBE3-9757-4916-9AAB-FF1D55EAE5D3}" dt="2025-05-25T17:48:58.568" v="101" actId="2696"/>
        <pc:sldMkLst>
          <pc:docMk/>
          <pc:sldMk cId="0" sldId="259"/>
        </pc:sldMkLst>
        <pc:spChg chg="mod">
          <ac:chgData name="Kasun Vimarshara" userId="7832a056-0419-4f15-bbc2-563fbb56dd60" providerId="ADAL" clId="{7029DBE3-9757-4916-9AAB-FF1D55EAE5D3}" dt="2025-05-25T17:46:24.772" v="97"/>
          <ac:spMkLst>
            <pc:docMk/>
            <pc:sldMk cId="0" sldId="259"/>
            <ac:spMk id="2" creationId="{00000000-0000-0000-0000-000000000000}"/>
          </ac:spMkLst>
        </pc:spChg>
        <pc:spChg chg="del">
          <ac:chgData name="Kasun Vimarshara" userId="7832a056-0419-4f15-bbc2-563fbb56dd60" providerId="ADAL" clId="{7029DBE3-9757-4916-9AAB-FF1D55EAE5D3}" dt="2025-05-25T17:46:47.572" v="98" actId="478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Kasun Vimarshara" userId="7832a056-0419-4f15-bbc2-563fbb56dd60" providerId="ADAL" clId="{7029DBE3-9757-4916-9AAB-FF1D55EAE5D3}" dt="2025-05-25T17:47:52.949" v="99"/>
          <ac:spMkLst>
            <pc:docMk/>
            <pc:sldMk cId="0" sldId="259"/>
            <ac:spMk id="5" creationId="{97E3B458-A40E-A9C8-2E6D-B4722E1AD392}"/>
          </ac:spMkLst>
        </pc:spChg>
      </pc:sldChg>
      <pc:sldChg chg="addSp modSp mod ord setBg">
        <pc:chgData name="Kasun Vimarshara" userId="7832a056-0419-4f15-bbc2-563fbb56dd60" providerId="ADAL" clId="{7029DBE3-9757-4916-9AAB-FF1D55EAE5D3}" dt="2025-05-25T18:41:56.507" v="282" actId="26606"/>
        <pc:sldMkLst>
          <pc:docMk/>
          <pc:sldMk cId="0" sldId="260"/>
        </pc:sldMkLst>
        <pc:spChg chg="mod">
          <ac:chgData name="Kasun Vimarshara" userId="7832a056-0419-4f15-bbc2-563fbb56dd60" providerId="ADAL" clId="{7029DBE3-9757-4916-9AAB-FF1D55EAE5D3}" dt="2025-05-25T18:41:56.507" v="282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Kasun Vimarshara" userId="7832a056-0419-4f15-bbc2-563fbb56dd60" providerId="ADAL" clId="{7029DBE3-9757-4916-9AAB-FF1D55EAE5D3}" dt="2025-05-25T18:41:56.507" v="282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Kasun Vimarshara" userId="7832a056-0419-4f15-bbc2-563fbb56dd60" providerId="ADAL" clId="{7029DBE3-9757-4916-9AAB-FF1D55EAE5D3}" dt="2025-05-25T18:41:56.507" v="282" actId="26606"/>
          <ac:spMkLst>
            <pc:docMk/>
            <pc:sldMk cId="0" sldId="260"/>
            <ac:spMk id="8" creationId="{324E43EB-867C-4B35-9A5C-E435157C7297}"/>
          </ac:spMkLst>
        </pc:spChg>
        <pc:grpChg chg="add">
          <ac:chgData name="Kasun Vimarshara" userId="7832a056-0419-4f15-bbc2-563fbb56dd60" providerId="ADAL" clId="{7029DBE3-9757-4916-9AAB-FF1D55EAE5D3}" dt="2025-05-25T18:41:56.507" v="282" actId="26606"/>
          <ac:grpSpMkLst>
            <pc:docMk/>
            <pc:sldMk cId="0" sldId="260"/>
            <ac:grpSpMk id="10" creationId="{01B1A260-8A72-4E08-82CC-DB3DB0A49F35}"/>
          </ac:grpSpMkLst>
        </pc:grpChg>
      </pc:sldChg>
      <pc:sldChg chg="addSp modSp mod ord setBg">
        <pc:chgData name="Kasun Vimarshara" userId="7832a056-0419-4f15-bbc2-563fbb56dd60" providerId="ADAL" clId="{7029DBE3-9757-4916-9AAB-FF1D55EAE5D3}" dt="2025-05-25T18:42:25.169" v="283" actId="26606"/>
        <pc:sldMkLst>
          <pc:docMk/>
          <pc:sldMk cId="0" sldId="261"/>
        </pc:sldMkLst>
        <pc:spChg chg="mod">
          <ac:chgData name="Kasun Vimarshara" userId="7832a056-0419-4f15-bbc2-563fbb56dd60" providerId="ADAL" clId="{7029DBE3-9757-4916-9AAB-FF1D55EAE5D3}" dt="2025-05-25T18:42:25.169" v="283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Kasun Vimarshara" userId="7832a056-0419-4f15-bbc2-563fbb56dd60" providerId="ADAL" clId="{7029DBE3-9757-4916-9AAB-FF1D55EAE5D3}" dt="2025-05-25T18:42:25.169" v="283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Kasun Vimarshara" userId="7832a056-0419-4f15-bbc2-563fbb56dd60" providerId="ADAL" clId="{7029DBE3-9757-4916-9AAB-FF1D55EAE5D3}" dt="2025-05-25T18:42:25.169" v="283" actId="26606"/>
          <ac:spMkLst>
            <pc:docMk/>
            <pc:sldMk cId="0" sldId="261"/>
            <ac:spMk id="8" creationId="{324E43EB-867C-4B35-9A5C-E435157C7297}"/>
          </ac:spMkLst>
        </pc:spChg>
        <pc:grpChg chg="add">
          <ac:chgData name="Kasun Vimarshara" userId="7832a056-0419-4f15-bbc2-563fbb56dd60" providerId="ADAL" clId="{7029DBE3-9757-4916-9AAB-FF1D55EAE5D3}" dt="2025-05-25T18:42:25.169" v="283" actId="26606"/>
          <ac:grpSpMkLst>
            <pc:docMk/>
            <pc:sldMk cId="0" sldId="261"/>
            <ac:grpSpMk id="10" creationId="{01B1A260-8A72-4E08-82CC-DB3DB0A49F35}"/>
          </ac:grpSpMkLst>
        </pc:grpChg>
      </pc:sldChg>
      <pc:sldChg chg="addSp delSp modSp mod setBg">
        <pc:chgData name="Kasun Vimarshara" userId="7832a056-0419-4f15-bbc2-563fbb56dd60" providerId="ADAL" clId="{7029DBE3-9757-4916-9AAB-FF1D55EAE5D3}" dt="2025-05-25T18:35:48.460" v="273" actId="26606"/>
        <pc:sldMkLst>
          <pc:docMk/>
          <pc:sldMk cId="0" sldId="262"/>
        </pc:sldMkLst>
        <pc:spChg chg="mo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9" creationId="{ECAF1E58-D170-4EF3-8E1A-992DA3688FC2}"/>
          </ac:spMkLst>
        </pc:spChg>
        <pc:spChg chg="ad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11" creationId="{3EACCB19-3F29-416E-BD93-24BDDE3739C5}"/>
          </ac:spMkLst>
        </pc:spChg>
        <pc:spChg chg="ad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13" creationId="{39C41423-F9F7-4333-A541-61582D3D23E3}"/>
          </ac:spMkLst>
        </pc:spChg>
        <pc:spChg chg="ad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15" creationId="{A66DA090-6BD9-45CC-B782-02767069BFB3}"/>
          </ac:spMkLst>
        </pc:spChg>
        <pc:spChg chg="ad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17" creationId="{BA9F93AF-9489-4B8A-AA6B-1B00D3CA68C2}"/>
          </ac:spMkLst>
        </pc:spChg>
        <pc:spChg chg="ad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19" creationId="{2F459F0B-865B-481D-9AC3-15C76A336007}"/>
          </ac:spMkLst>
        </pc:spChg>
        <pc:spChg chg="ad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21" creationId="{61CDB3A6-B686-4E1D-AD52-3DC038A45EE3}"/>
          </ac:spMkLst>
        </pc:spChg>
        <pc:spChg chg="add">
          <ac:chgData name="Kasun Vimarshara" userId="7832a056-0419-4f15-bbc2-563fbb56dd60" providerId="ADAL" clId="{7029DBE3-9757-4916-9AAB-FF1D55EAE5D3}" dt="2025-05-25T18:35:48.460" v="273" actId="26606"/>
          <ac:spMkLst>
            <pc:docMk/>
            <pc:sldMk cId="0" sldId="262"/>
            <ac:spMk id="23" creationId="{3D38E400-4F30-481D-A5DC-5AA21A2CB8A1}"/>
          </ac:spMkLst>
        </pc:spChg>
      </pc:sldChg>
      <pc:sldChg chg="addSp delSp modSp mod setBg">
        <pc:chgData name="Kasun Vimarshara" userId="7832a056-0419-4f15-bbc2-563fbb56dd60" providerId="ADAL" clId="{7029DBE3-9757-4916-9AAB-FF1D55EAE5D3}" dt="2025-05-25T18:43:32.921" v="287" actId="26606"/>
        <pc:sldMkLst>
          <pc:docMk/>
          <pc:sldMk cId="0" sldId="263"/>
        </pc:sldMkLst>
        <pc:spChg chg="mo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9" creationId="{ECAF1E58-D170-4EF3-8E1A-992DA3688FC2}"/>
          </ac:spMkLst>
        </pc:spChg>
        <pc:spChg chg="ad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11" creationId="{3EACCB19-3F29-416E-BD93-24BDDE3739C5}"/>
          </ac:spMkLst>
        </pc:spChg>
        <pc:spChg chg="ad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13" creationId="{39C41423-F9F7-4333-A541-61582D3D23E3}"/>
          </ac:spMkLst>
        </pc:spChg>
        <pc:spChg chg="ad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15" creationId="{A66DA090-6BD9-45CC-B782-02767069BFB3}"/>
          </ac:spMkLst>
        </pc:spChg>
        <pc:spChg chg="ad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17" creationId="{BA9F93AF-9489-4B8A-AA6B-1B00D3CA68C2}"/>
          </ac:spMkLst>
        </pc:spChg>
        <pc:spChg chg="ad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19" creationId="{2F459F0B-865B-481D-9AC3-15C76A336007}"/>
          </ac:spMkLst>
        </pc:spChg>
        <pc:spChg chg="ad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21" creationId="{61CDB3A6-B686-4E1D-AD52-3DC038A45EE3}"/>
          </ac:spMkLst>
        </pc:spChg>
        <pc:spChg chg="add">
          <ac:chgData name="Kasun Vimarshara" userId="7832a056-0419-4f15-bbc2-563fbb56dd60" providerId="ADAL" clId="{7029DBE3-9757-4916-9AAB-FF1D55EAE5D3}" dt="2025-05-25T18:43:32.921" v="287" actId="26606"/>
          <ac:spMkLst>
            <pc:docMk/>
            <pc:sldMk cId="0" sldId="263"/>
            <ac:spMk id="23" creationId="{3D38E400-4F30-481D-A5DC-5AA21A2CB8A1}"/>
          </ac:spMkLst>
        </pc:spChg>
      </pc:sldChg>
      <pc:sldChg chg="new del">
        <pc:chgData name="Kasun Vimarshara" userId="7832a056-0419-4f15-bbc2-563fbb56dd60" providerId="ADAL" clId="{7029DBE3-9757-4916-9AAB-FF1D55EAE5D3}" dt="2025-05-25T17:32:11.149" v="23" actId="2696"/>
        <pc:sldMkLst>
          <pc:docMk/>
          <pc:sldMk cId="3304383401" sldId="264"/>
        </pc:sldMkLst>
      </pc:sldChg>
      <pc:sldChg chg="addSp delSp modSp add mod setBg">
        <pc:chgData name="Kasun Vimarshara" userId="7832a056-0419-4f15-bbc2-563fbb56dd60" providerId="ADAL" clId="{7029DBE3-9757-4916-9AAB-FF1D55EAE5D3}" dt="2025-05-25T18:38:09.282" v="277" actId="26606"/>
        <pc:sldMkLst>
          <pc:docMk/>
          <pc:sldMk cId="3508014159" sldId="264"/>
        </pc:sldMkLst>
        <pc:spChg chg="mo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2" creationId="{D044B229-7A8D-45D9-D808-E175F7820624}"/>
          </ac:spMkLst>
        </pc:spChg>
        <pc:spChg chg="del mo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3" creationId="{5FF263E4-75F0-FAF3-9F4A-217E769AFB98}"/>
          </ac:spMkLst>
        </pc:spChg>
        <pc:spChg chg="ad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9" creationId="{ECAF1E58-D170-4EF3-8E1A-992DA3688FC2}"/>
          </ac:spMkLst>
        </pc:spChg>
        <pc:spChg chg="ad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11" creationId="{3EACCB19-3F29-416E-BD93-24BDDE3739C5}"/>
          </ac:spMkLst>
        </pc:spChg>
        <pc:spChg chg="ad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13" creationId="{39C41423-F9F7-4333-A541-61582D3D23E3}"/>
          </ac:spMkLst>
        </pc:spChg>
        <pc:spChg chg="ad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15" creationId="{A66DA090-6BD9-45CC-B782-02767069BFB3}"/>
          </ac:spMkLst>
        </pc:spChg>
        <pc:spChg chg="ad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17" creationId="{BA9F93AF-9489-4B8A-AA6B-1B00D3CA68C2}"/>
          </ac:spMkLst>
        </pc:spChg>
        <pc:spChg chg="ad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19" creationId="{2F459F0B-865B-481D-9AC3-15C76A336007}"/>
          </ac:spMkLst>
        </pc:spChg>
        <pc:spChg chg="ad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21" creationId="{61CDB3A6-B686-4E1D-AD52-3DC038A45EE3}"/>
          </ac:spMkLst>
        </pc:spChg>
        <pc:spChg chg="add">
          <ac:chgData name="Kasun Vimarshara" userId="7832a056-0419-4f15-bbc2-563fbb56dd60" providerId="ADAL" clId="{7029DBE3-9757-4916-9AAB-FF1D55EAE5D3}" dt="2025-05-25T18:38:09.282" v="277" actId="26606"/>
          <ac:spMkLst>
            <pc:docMk/>
            <pc:sldMk cId="3508014159" sldId="264"/>
            <ac:spMk id="23" creationId="{3D38E400-4F30-481D-A5DC-5AA21A2CB8A1}"/>
          </ac:spMkLst>
        </pc:spChg>
      </pc:sldChg>
      <pc:sldChg chg="addSp delSp modSp add mod setBg">
        <pc:chgData name="Kasun Vimarshara" userId="7832a056-0419-4f15-bbc2-563fbb56dd60" providerId="ADAL" clId="{7029DBE3-9757-4916-9AAB-FF1D55EAE5D3}" dt="2025-05-25T18:38:23.272" v="278" actId="26606"/>
        <pc:sldMkLst>
          <pc:docMk/>
          <pc:sldMk cId="907967732" sldId="265"/>
        </pc:sldMkLst>
        <pc:spChg chg="mo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2" creationId="{33B1CF0F-7C32-5EA8-00CE-82A60606BE4A}"/>
          </ac:spMkLst>
        </pc:spChg>
        <pc:spChg chg="del mo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3" creationId="{805EF08A-E480-5614-DF5E-89FFCA15C000}"/>
          </ac:spMkLst>
        </pc:spChg>
        <pc:spChg chg="ad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9" creationId="{ECAF1E58-D170-4EF3-8E1A-992DA3688FC2}"/>
          </ac:spMkLst>
        </pc:spChg>
        <pc:spChg chg="ad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11" creationId="{3EACCB19-3F29-416E-BD93-24BDDE3739C5}"/>
          </ac:spMkLst>
        </pc:spChg>
        <pc:spChg chg="ad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13" creationId="{39C41423-F9F7-4333-A541-61582D3D23E3}"/>
          </ac:spMkLst>
        </pc:spChg>
        <pc:spChg chg="ad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15" creationId="{A66DA090-6BD9-45CC-B782-02767069BFB3}"/>
          </ac:spMkLst>
        </pc:spChg>
        <pc:spChg chg="ad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17" creationId="{BA9F93AF-9489-4B8A-AA6B-1B00D3CA68C2}"/>
          </ac:spMkLst>
        </pc:spChg>
        <pc:spChg chg="ad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19" creationId="{2F459F0B-865B-481D-9AC3-15C76A336007}"/>
          </ac:spMkLst>
        </pc:spChg>
        <pc:spChg chg="ad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21" creationId="{61CDB3A6-B686-4E1D-AD52-3DC038A45EE3}"/>
          </ac:spMkLst>
        </pc:spChg>
        <pc:spChg chg="add">
          <ac:chgData name="Kasun Vimarshara" userId="7832a056-0419-4f15-bbc2-563fbb56dd60" providerId="ADAL" clId="{7029DBE3-9757-4916-9AAB-FF1D55EAE5D3}" dt="2025-05-25T18:38:23.272" v="278" actId="26606"/>
          <ac:spMkLst>
            <pc:docMk/>
            <pc:sldMk cId="907967732" sldId="265"/>
            <ac:spMk id="23" creationId="{3D38E400-4F30-481D-A5DC-5AA21A2CB8A1}"/>
          </ac:spMkLst>
        </pc:spChg>
      </pc:sldChg>
      <pc:sldChg chg="addSp delSp modSp add mod setBg">
        <pc:chgData name="Kasun Vimarshara" userId="7832a056-0419-4f15-bbc2-563fbb56dd60" providerId="ADAL" clId="{7029DBE3-9757-4916-9AAB-FF1D55EAE5D3}" dt="2025-05-25T18:39:08.468" v="279" actId="26606"/>
        <pc:sldMkLst>
          <pc:docMk/>
          <pc:sldMk cId="2510928036" sldId="266"/>
        </pc:sldMkLst>
        <pc:spChg chg="mo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2" creationId="{1D23193B-1666-8FDA-26DE-54AE860A2F84}"/>
          </ac:spMkLst>
        </pc:spChg>
        <pc:spChg chg="del mo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3" creationId="{4D87156D-F683-9408-B716-FDDA395E6CF1}"/>
          </ac:spMkLst>
        </pc:spChg>
        <pc:spChg chg="ad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9" creationId="{77DD88FE-01A0-4F04-99DC-2B1140F59BAA}"/>
          </ac:spMkLst>
        </pc:spChg>
        <pc:spChg chg="ad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11" creationId="{DA2E9868-C728-43FF-95CC-38902E5149FD}"/>
          </ac:spMkLst>
        </pc:spChg>
        <pc:spChg chg="ad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13" creationId="{212A5749-6A2A-4FAF-824E-16E9569B9A7B}"/>
          </ac:spMkLst>
        </pc:spChg>
        <pc:spChg chg="ad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15" creationId="{A2615BF4-8323-4853-9A41-09C4DFBC5CAF}"/>
          </ac:spMkLst>
        </pc:spChg>
        <pc:spChg chg="ad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17" creationId="{E68B4297-39F1-4DD7-A4EF-8E4E5011101D}"/>
          </ac:spMkLst>
        </pc:spChg>
        <pc:spChg chg="ad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19" creationId="{7DFAF1DD-0169-4D59-8646-8EFAD90F4983}"/>
          </ac:spMkLst>
        </pc:spChg>
        <pc:spChg chg="ad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21" creationId="{E45D7473-2985-4534-8629-4C76A5639CA9}"/>
          </ac:spMkLst>
        </pc:spChg>
        <pc:spChg chg="add">
          <ac:chgData name="Kasun Vimarshara" userId="7832a056-0419-4f15-bbc2-563fbb56dd60" providerId="ADAL" clId="{7029DBE3-9757-4916-9AAB-FF1D55EAE5D3}" dt="2025-05-25T18:39:08.468" v="279" actId="26606"/>
          <ac:spMkLst>
            <pc:docMk/>
            <pc:sldMk cId="2510928036" sldId="266"/>
            <ac:spMk id="23" creationId="{2B8277BD-4019-4E99-866A-1EA4007EC07B}"/>
          </ac:spMkLst>
        </pc:spChg>
      </pc:sldChg>
      <pc:sldChg chg="addSp modSp add mod setBg">
        <pc:chgData name="Kasun Vimarshara" userId="7832a056-0419-4f15-bbc2-563fbb56dd60" providerId="ADAL" clId="{7029DBE3-9757-4916-9AAB-FF1D55EAE5D3}" dt="2025-05-25T18:42:37.184" v="284" actId="26606"/>
        <pc:sldMkLst>
          <pc:docMk/>
          <pc:sldMk cId="1521746246" sldId="267"/>
        </pc:sldMkLst>
        <pc:spChg chg="mod">
          <ac:chgData name="Kasun Vimarshara" userId="7832a056-0419-4f15-bbc2-563fbb56dd60" providerId="ADAL" clId="{7029DBE3-9757-4916-9AAB-FF1D55EAE5D3}" dt="2025-05-25T18:42:37.184" v="284" actId="26606"/>
          <ac:spMkLst>
            <pc:docMk/>
            <pc:sldMk cId="1521746246" sldId="267"/>
            <ac:spMk id="2" creationId="{F83858DF-44D8-B7F9-6C71-4521C934D2F2}"/>
          </ac:spMkLst>
        </pc:spChg>
        <pc:spChg chg="mod">
          <ac:chgData name="Kasun Vimarshara" userId="7832a056-0419-4f15-bbc2-563fbb56dd60" providerId="ADAL" clId="{7029DBE3-9757-4916-9AAB-FF1D55EAE5D3}" dt="2025-05-25T18:42:37.184" v="284" actId="26606"/>
          <ac:spMkLst>
            <pc:docMk/>
            <pc:sldMk cId="1521746246" sldId="267"/>
            <ac:spMk id="3" creationId="{FF9F5001-E814-C93C-47B6-D0C272B97E51}"/>
          </ac:spMkLst>
        </pc:spChg>
        <pc:spChg chg="add">
          <ac:chgData name="Kasun Vimarshara" userId="7832a056-0419-4f15-bbc2-563fbb56dd60" providerId="ADAL" clId="{7029DBE3-9757-4916-9AAB-FF1D55EAE5D3}" dt="2025-05-25T18:42:37.184" v="284" actId="26606"/>
          <ac:spMkLst>
            <pc:docMk/>
            <pc:sldMk cId="1521746246" sldId="267"/>
            <ac:spMk id="8" creationId="{324E43EB-867C-4B35-9A5C-E435157C7297}"/>
          </ac:spMkLst>
        </pc:spChg>
        <pc:grpChg chg="add">
          <ac:chgData name="Kasun Vimarshara" userId="7832a056-0419-4f15-bbc2-563fbb56dd60" providerId="ADAL" clId="{7029DBE3-9757-4916-9AAB-FF1D55EAE5D3}" dt="2025-05-25T18:42:37.184" v="284" actId="26606"/>
          <ac:grpSpMkLst>
            <pc:docMk/>
            <pc:sldMk cId="1521746246" sldId="267"/>
            <ac:grpSpMk id="10" creationId="{01B1A260-8A72-4E08-82CC-DB3DB0A49F35}"/>
          </ac:grpSpMkLst>
        </pc:grpChg>
      </pc:sldChg>
      <pc:sldChg chg="addSp modSp add mod setBg">
        <pc:chgData name="Kasun Vimarshara" userId="7832a056-0419-4f15-bbc2-563fbb56dd60" providerId="ADAL" clId="{7029DBE3-9757-4916-9AAB-FF1D55EAE5D3}" dt="2025-05-25T18:41:09.696" v="281" actId="2165"/>
        <pc:sldMkLst>
          <pc:docMk/>
          <pc:sldMk cId="0" sldId="268"/>
        </pc:sldMkLst>
        <pc:spChg chg="mod">
          <ac:chgData name="Kasun Vimarshara" userId="7832a056-0419-4f15-bbc2-563fbb56dd60" providerId="ADAL" clId="{7029DBE3-9757-4916-9AAB-FF1D55EAE5D3}" dt="2025-05-25T18:40:20.159" v="280" actId="26606"/>
          <ac:spMkLst>
            <pc:docMk/>
            <pc:sldMk cId="0" sldId="268"/>
            <ac:spMk id="2" creationId="{00000000-0000-0000-0000-000000000000}"/>
          </ac:spMkLst>
        </pc:spChg>
        <pc:spChg chg="add">
          <ac:chgData name="Kasun Vimarshara" userId="7832a056-0419-4f15-bbc2-563fbb56dd60" providerId="ADAL" clId="{7029DBE3-9757-4916-9AAB-FF1D55EAE5D3}" dt="2025-05-25T18:40:20.159" v="280" actId="26606"/>
          <ac:spMkLst>
            <pc:docMk/>
            <pc:sldMk cId="0" sldId="268"/>
            <ac:spMk id="17" creationId="{5669AB50-4CAD-4D10-A09A-A0C01AF9E6F6}"/>
          </ac:spMkLst>
        </pc:spChg>
        <pc:grpChg chg="add">
          <ac:chgData name="Kasun Vimarshara" userId="7832a056-0419-4f15-bbc2-563fbb56dd60" providerId="ADAL" clId="{7029DBE3-9757-4916-9AAB-FF1D55EAE5D3}" dt="2025-05-25T18:40:20.159" v="280" actId="26606"/>
          <ac:grpSpMkLst>
            <pc:docMk/>
            <pc:sldMk cId="0" sldId="268"/>
            <ac:grpSpMk id="8" creationId="{5A992EA8-A2AE-480C-BFF9-7B134643975C}"/>
          </ac:grpSpMkLst>
        </pc:grpChg>
        <pc:grpChg chg="add">
          <ac:chgData name="Kasun Vimarshara" userId="7832a056-0419-4f15-bbc2-563fbb56dd60" providerId="ADAL" clId="{7029DBE3-9757-4916-9AAB-FF1D55EAE5D3}" dt="2025-05-25T18:40:20.159" v="280" actId="26606"/>
          <ac:grpSpMkLst>
            <pc:docMk/>
            <pc:sldMk cId="0" sldId="268"/>
            <ac:grpSpMk id="19" creationId="{68B27BBA-AE99-4D00-A26E-0B49DA4B37AC}"/>
          </ac:grpSpMkLst>
        </pc:grpChg>
        <pc:graphicFrameChg chg="add mod modGraphic">
          <ac:chgData name="Kasun Vimarshara" userId="7832a056-0419-4f15-bbc2-563fbb56dd60" providerId="ADAL" clId="{7029DBE3-9757-4916-9AAB-FF1D55EAE5D3}" dt="2025-05-25T18:41:09.696" v="281" actId="2165"/>
          <ac:graphicFrameMkLst>
            <pc:docMk/>
            <pc:sldMk cId="0" sldId="268"/>
            <ac:graphicFrameMk id="3" creationId="{00000000-0000-0000-0000-000000000000}"/>
          </ac:graphicFrameMkLst>
        </pc:graphicFrameChg>
      </pc:sldChg>
      <pc:sldChg chg="addSp delSp modSp add del mod ord">
        <pc:chgData name="Kasun Vimarshara" userId="7832a056-0419-4f15-bbc2-563fbb56dd60" providerId="ADAL" clId="{7029DBE3-9757-4916-9AAB-FF1D55EAE5D3}" dt="2025-05-25T18:19:51.836" v="197" actId="47"/>
        <pc:sldMkLst>
          <pc:docMk/>
          <pc:sldMk cId="832825919" sldId="269"/>
        </pc:sldMkLst>
        <pc:spChg chg="mod">
          <ac:chgData name="Kasun Vimarshara" userId="7832a056-0419-4f15-bbc2-563fbb56dd60" providerId="ADAL" clId="{7029DBE3-9757-4916-9AAB-FF1D55EAE5D3}" dt="2025-05-25T18:19:10.527" v="191" actId="20577"/>
          <ac:spMkLst>
            <pc:docMk/>
            <pc:sldMk cId="832825919" sldId="269"/>
            <ac:spMk id="2" creationId="{286E4B7F-4766-53E6-4335-1FC06A1446F8}"/>
          </ac:spMkLst>
        </pc:spChg>
        <pc:graphicFrameChg chg="add del modGraphic">
          <ac:chgData name="Kasun Vimarshara" userId="7832a056-0419-4f15-bbc2-563fbb56dd60" providerId="ADAL" clId="{7029DBE3-9757-4916-9AAB-FF1D55EAE5D3}" dt="2025-05-25T18:19:39.453" v="195" actId="478"/>
          <ac:graphicFrameMkLst>
            <pc:docMk/>
            <pc:sldMk cId="832825919" sldId="269"/>
            <ac:graphicFrameMk id="3" creationId="{F6B82AB4-641B-139F-6029-1AF53FAD2016}"/>
          </ac:graphicFrameMkLst>
        </pc:graphicFrameChg>
      </pc:sldChg>
      <pc:sldChg chg="addSp delSp modSp add mod setBg">
        <pc:chgData name="Kasun Vimarshara" userId="7832a056-0419-4f15-bbc2-563fbb56dd60" providerId="ADAL" clId="{7029DBE3-9757-4916-9AAB-FF1D55EAE5D3}" dt="2025-05-25T18:42:55.808" v="285" actId="26606"/>
        <pc:sldMkLst>
          <pc:docMk/>
          <pc:sldMk cId="2944498768" sldId="270"/>
        </pc:sldMkLst>
        <pc:spChg chg="mod">
          <ac:chgData name="Kasun Vimarshara" userId="7832a056-0419-4f15-bbc2-563fbb56dd60" providerId="ADAL" clId="{7029DBE3-9757-4916-9AAB-FF1D55EAE5D3}" dt="2025-05-25T18:42:55.808" v="285" actId="26606"/>
          <ac:spMkLst>
            <pc:docMk/>
            <pc:sldMk cId="2944498768" sldId="270"/>
            <ac:spMk id="2" creationId="{BF40B775-E31A-EF2C-36EE-FF283294C64B}"/>
          </ac:spMkLst>
        </pc:spChg>
        <pc:spChg chg="del mod">
          <ac:chgData name="Kasun Vimarshara" userId="7832a056-0419-4f15-bbc2-563fbb56dd60" providerId="ADAL" clId="{7029DBE3-9757-4916-9AAB-FF1D55EAE5D3}" dt="2025-05-25T18:20:15.548" v="209" actId="931"/>
          <ac:spMkLst>
            <pc:docMk/>
            <pc:sldMk cId="2944498768" sldId="270"/>
            <ac:spMk id="3" creationId="{10CFFF0C-CDD1-AC28-8D75-2B1F0BEA8FC5}"/>
          </ac:spMkLst>
        </pc:spChg>
        <pc:spChg chg="add">
          <ac:chgData name="Kasun Vimarshara" userId="7832a056-0419-4f15-bbc2-563fbb56dd60" providerId="ADAL" clId="{7029DBE3-9757-4916-9AAB-FF1D55EAE5D3}" dt="2025-05-25T18:42:55.808" v="285" actId="26606"/>
          <ac:spMkLst>
            <pc:docMk/>
            <pc:sldMk cId="2944498768" sldId="270"/>
            <ac:spMk id="19" creationId="{5669AB50-4CAD-4D10-A09A-A0C01AF9E6F6}"/>
          </ac:spMkLst>
        </pc:spChg>
        <pc:grpChg chg="add">
          <ac:chgData name="Kasun Vimarshara" userId="7832a056-0419-4f15-bbc2-563fbb56dd60" providerId="ADAL" clId="{7029DBE3-9757-4916-9AAB-FF1D55EAE5D3}" dt="2025-05-25T18:42:55.808" v="285" actId="26606"/>
          <ac:grpSpMkLst>
            <pc:docMk/>
            <pc:sldMk cId="2944498768" sldId="270"/>
            <ac:grpSpMk id="10" creationId="{5A992EA8-A2AE-480C-BFF9-7B134643975C}"/>
          </ac:grpSpMkLst>
        </pc:grpChg>
        <pc:grpChg chg="add">
          <ac:chgData name="Kasun Vimarshara" userId="7832a056-0419-4f15-bbc2-563fbb56dd60" providerId="ADAL" clId="{7029DBE3-9757-4916-9AAB-FF1D55EAE5D3}" dt="2025-05-25T18:42:55.808" v="285" actId="26606"/>
          <ac:grpSpMkLst>
            <pc:docMk/>
            <pc:sldMk cId="2944498768" sldId="270"/>
            <ac:grpSpMk id="21" creationId="{68B27BBA-AE99-4D00-A26E-0B49DA4B37AC}"/>
          </ac:grpSpMkLst>
        </pc:grpChg>
        <pc:picChg chg="add mod">
          <ac:chgData name="Kasun Vimarshara" userId="7832a056-0419-4f15-bbc2-563fbb56dd60" providerId="ADAL" clId="{7029DBE3-9757-4916-9AAB-FF1D55EAE5D3}" dt="2025-05-25T18:42:55.808" v="285" actId="26606"/>
          <ac:picMkLst>
            <pc:docMk/>
            <pc:sldMk cId="2944498768" sldId="270"/>
            <ac:picMk id="5" creationId="{AE0DD973-4649-A920-206C-C572D1AA176C}"/>
          </ac:picMkLst>
        </pc:picChg>
      </pc:sldChg>
      <pc:sldChg chg="addSp delSp modSp add mod setBg">
        <pc:chgData name="Kasun Vimarshara" userId="7832a056-0419-4f15-bbc2-563fbb56dd60" providerId="ADAL" clId="{7029DBE3-9757-4916-9AAB-FF1D55EAE5D3}" dt="2025-05-25T18:43:17.631" v="286" actId="26606"/>
        <pc:sldMkLst>
          <pc:docMk/>
          <pc:sldMk cId="1007625373" sldId="271"/>
        </pc:sldMkLst>
        <pc:spChg chg="mod">
          <ac:chgData name="Kasun Vimarshara" userId="7832a056-0419-4f15-bbc2-563fbb56dd60" providerId="ADAL" clId="{7029DBE3-9757-4916-9AAB-FF1D55EAE5D3}" dt="2025-05-25T18:43:17.631" v="286" actId="26606"/>
          <ac:spMkLst>
            <pc:docMk/>
            <pc:sldMk cId="1007625373" sldId="271"/>
            <ac:spMk id="2" creationId="{33C55A1B-AE37-1ADB-BC2D-9C24B7A594F2}"/>
          </ac:spMkLst>
        </pc:spChg>
        <pc:spChg chg="add del mod">
          <ac:chgData name="Kasun Vimarshara" userId="7832a056-0419-4f15-bbc2-563fbb56dd60" providerId="ADAL" clId="{7029DBE3-9757-4916-9AAB-FF1D55EAE5D3}" dt="2025-05-25T18:24:20.456" v="220" actId="931"/>
          <ac:spMkLst>
            <pc:docMk/>
            <pc:sldMk cId="1007625373" sldId="271"/>
            <ac:spMk id="4" creationId="{C8C61DD1-B739-B32D-2C56-8A2C69F12A45}"/>
          </ac:spMkLst>
        </pc:spChg>
        <pc:spChg chg="add">
          <ac:chgData name="Kasun Vimarshara" userId="7832a056-0419-4f15-bbc2-563fbb56dd60" providerId="ADAL" clId="{7029DBE3-9757-4916-9AAB-FF1D55EAE5D3}" dt="2025-05-25T18:43:17.631" v="286" actId="26606"/>
          <ac:spMkLst>
            <pc:docMk/>
            <pc:sldMk cId="1007625373" sldId="271"/>
            <ac:spMk id="21" creationId="{5669AB50-4CAD-4D10-A09A-A0C01AF9E6F6}"/>
          </ac:spMkLst>
        </pc:spChg>
        <pc:grpChg chg="add">
          <ac:chgData name="Kasun Vimarshara" userId="7832a056-0419-4f15-bbc2-563fbb56dd60" providerId="ADAL" clId="{7029DBE3-9757-4916-9AAB-FF1D55EAE5D3}" dt="2025-05-25T18:43:17.631" v="286" actId="26606"/>
          <ac:grpSpMkLst>
            <pc:docMk/>
            <pc:sldMk cId="1007625373" sldId="271"/>
            <ac:grpSpMk id="12" creationId="{5A992EA8-A2AE-480C-BFF9-7B134643975C}"/>
          </ac:grpSpMkLst>
        </pc:grpChg>
        <pc:grpChg chg="add">
          <ac:chgData name="Kasun Vimarshara" userId="7832a056-0419-4f15-bbc2-563fbb56dd60" providerId="ADAL" clId="{7029DBE3-9757-4916-9AAB-FF1D55EAE5D3}" dt="2025-05-25T18:43:17.631" v="286" actId="26606"/>
          <ac:grpSpMkLst>
            <pc:docMk/>
            <pc:sldMk cId="1007625373" sldId="271"/>
            <ac:grpSpMk id="23" creationId="{68B27BBA-AE99-4D00-A26E-0B49DA4B37AC}"/>
          </ac:grpSpMkLst>
        </pc:grpChg>
        <pc:picChg chg="del">
          <ac:chgData name="Kasun Vimarshara" userId="7832a056-0419-4f15-bbc2-563fbb56dd60" providerId="ADAL" clId="{7029DBE3-9757-4916-9AAB-FF1D55EAE5D3}" dt="2025-05-25T18:22:15.523" v="219" actId="478"/>
          <ac:picMkLst>
            <pc:docMk/>
            <pc:sldMk cId="1007625373" sldId="271"/>
            <ac:picMk id="5" creationId="{6823A295-480E-BBCE-C128-A39027B58A8E}"/>
          </ac:picMkLst>
        </pc:picChg>
        <pc:picChg chg="add mod">
          <ac:chgData name="Kasun Vimarshara" userId="7832a056-0419-4f15-bbc2-563fbb56dd60" providerId="ADAL" clId="{7029DBE3-9757-4916-9AAB-FF1D55EAE5D3}" dt="2025-05-25T18:43:17.631" v="286" actId="26606"/>
          <ac:picMkLst>
            <pc:docMk/>
            <pc:sldMk cId="1007625373" sldId="271"/>
            <ac:picMk id="7" creationId="{AD9B64CE-F15C-CC3D-5700-E06881006D6D}"/>
          </ac:picMkLst>
        </pc:picChg>
      </pc:sldChg>
      <pc:sldChg chg="addSp delSp modSp add mod setBg">
        <pc:chgData name="Kasun Vimarshara" userId="7832a056-0419-4f15-bbc2-563fbb56dd60" providerId="ADAL" clId="{7029DBE3-9757-4916-9AAB-FF1D55EAE5D3}" dt="2025-05-25T18:43:54.995" v="288" actId="26606"/>
        <pc:sldMkLst>
          <pc:docMk/>
          <pc:sldMk cId="2906600470" sldId="272"/>
        </pc:sldMkLst>
        <pc:spChg chg="mod">
          <ac:chgData name="Kasun Vimarshara" userId="7832a056-0419-4f15-bbc2-563fbb56dd60" providerId="ADAL" clId="{7029DBE3-9757-4916-9AAB-FF1D55EAE5D3}" dt="2025-05-25T18:43:54.995" v="288" actId="26606"/>
          <ac:spMkLst>
            <pc:docMk/>
            <pc:sldMk cId="2906600470" sldId="272"/>
            <ac:spMk id="2" creationId="{F7FA66F8-B468-645D-D15E-5B0A0996F268}"/>
          </ac:spMkLst>
        </pc:spChg>
        <pc:spChg chg="del mod">
          <ac:chgData name="Kasun Vimarshara" userId="7832a056-0419-4f15-bbc2-563fbb56dd60" providerId="ADAL" clId="{7029DBE3-9757-4916-9AAB-FF1D55EAE5D3}" dt="2025-05-25T18:27:27.614" v="233" actId="478"/>
          <ac:spMkLst>
            <pc:docMk/>
            <pc:sldMk cId="2906600470" sldId="272"/>
            <ac:spMk id="3" creationId="{90ABB689-7B27-4CB4-DE60-261CC6A59919}"/>
          </ac:spMkLst>
        </pc:spChg>
        <pc:spChg chg="add">
          <ac:chgData name="Kasun Vimarshara" userId="7832a056-0419-4f15-bbc2-563fbb56dd60" providerId="ADAL" clId="{7029DBE3-9757-4916-9AAB-FF1D55EAE5D3}" dt="2025-05-25T18:43:54.995" v="288" actId="26606"/>
          <ac:spMkLst>
            <pc:docMk/>
            <pc:sldMk cId="2906600470" sldId="272"/>
            <ac:spMk id="18" creationId="{5669AB50-4CAD-4D10-A09A-A0C01AF9E6F6}"/>
          </ac:spMkLst>
        </pc:spChg>
        <pc:grpChg chg="add">
          <ac:chgData name="Kasun Vimarshara" userId="7832a056-0419-4f15-bbc2-563fbb56dd60" providerId="ADAL" clId="{7029DBE3-9757-4916-9AAB-FF1D55EAE5D3}" dt="2025-05-25T18:43:54.995" v="288" actId="26606"/>
          <ac:grpSpMkLst>
            <pc:docMk/>
            <pc:sldMk cId="2906600470" sldId="272"/>
            <ac:grpSpMk id="9" creationId="{5A992EA8-A2AE-480C-BFF9-7B134643975C}"/>
          </ac:grpSpMkLst>
        </pc:grpChg>
        <pc:grpChg chg="add">
          <ac:chgData name="Kasun Vimarshara" userId="7832a056-0419-4f15-bbc2-563fbb56dd60" providerId="ADAL" clId="{7029DBE3-9757-4916-9AAB-FF1D55EAE5D3}" dt="2025-05-25T18:43:54.995" v="288" actId="26606"/>
          <ac:grpSpMkLst>
            <pc:docMk/>
            <pc:sldMk cId="2906600470" sldId="272"/>
            <ac:grpSpMk id="20" creationId="{0C5EAE72-3D24-4A03-9BDF-FBE8C100AF82}"/>
          </ac:grpSpMkLst>
        </pc:grpChg>
        <pc:picChg chg="add">
          <ac:chgData name="Kasun Vimarshara" userId="7832a056-0419-4f15-bbc2-563fbb56dd60" providerId="ADAL" clId="{7029DBE3-9757-4916-9AAB-FF1D55EAE5D3}" dt="2025-05-25T18:43:54.995" v="288" actId="26606"/>
          <ac:picMkLst>
            <pc:docMk/>
            <pc:sldMk cId="2906600470" sldId="272"/>
            <ac:picMk id="6" creationId="{6A7A5609-2147-0C9A-9815-557718940313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A8CD1-1537-4D0B-94F7-C4FA341192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AD1697F-EF96-42DA-8D90-CA7E4A43D2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FollowMe</a:t>
          </a:r>
          <a:r>
            <a:rPr lang="en-US" dirty="0"/>
            <a:t> is a web-based 3W (What, When, Who) task management system.</a:t>
          </a:r>
        </a:p>
      </dgm:t>
    </dgm:pt>
    <dgm:pt modelId="{67CD88BC-1F4D-4E1F-9EB9-031A89236C80}" type="parTrans" cxnId="{3466F280-F539-4DF1-89BE-5DD83FC061EB}">
      <dgm:prSet/>
      <dgm:spPr/>
      <dgm:t>
        <a:bodyPr/>
        <a:lstStyle/>
        <a:p>
          <a:endParaRPr lang="en-US"/>
        </a:p>
      </dgm:t>
    </dgm:pt>
    <dgm:pt modelId="{C71B2010-DCB3-4F1F-8513-C8133A66B094}" type="sibTrans" cxnId="{3466F280-F539-4DF1-89BE-5DD83FC061EB}">
      <dgm:prSet/>
      <dgm:spPr/>
      <dgm:t>
        <a:bodyPr/>
        <a:lstStyle/>
        <a:p>
          <a:endParaRPr lang="en-US"/>
        </a:p>
      </dgm:t>
    </dgm:pt>
    <dgm:pt modelId="{0C70F6C1-6469-4216-B756-2F4B8BD0F2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improves communication, transparency, and accountability across departments.</a:t>
          </a:r>
        </a:p>
      </dgm:t>
    </dgm:pt>
    <dgm:pt modelId="{1B1B375C-D1A0-483F-A123-C02174C784BC}" type="parTrans" cxnId="{E9B9EC68-73FA-44ED-A7E1-1A2CAAADBE68}">
      <dgm:prSet/>
      <dgm:spPr/>
      <dgm:t>
        <a:bodyPr/>
        <a:lstStyle/>
        <a:p>
          <a:endParaRPr lang="en-US"/>
        </a:p>
      </dgm:t>
    </dgm:pt>
    <dgm:pt modelId="{C1A432D8-6C64-42E6-8AE7-80C14895AEE4}" type="sibTrans" cxnId="{E9B9EC68-73FA-44ED-A7E1-1A2CAAADBE68}">
      <dgm:prSet/>
      <dgm:spPr/>
      <dgm:t>
        <a:bodyPr/>
        <a:lstStyle/>
        <a:p>
          <a:endParaRPr lang="en-US"/>
        </a:p>
      </dgm:t>
    </dgm:pt>
    <dgm:pt modelId="{10BF3224-7744-4CF3-8DEF-6308B57344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Target users: Organizational Staff and Management.</a:t>
          </a:r>
        </a:p>
      </dgm:t>
    </dgm:pt>
    <dgm:pt modelId="{B2A3AEA9-55F3-46B7-B4B5-B1A64736291D}" type="parTrans" cxnId="{020FD730-B1DE-4140-83A9-AE67E4645903}">
      <dgm:prSet/>
      <dgm:spPr/>
      <dgm:t>
        <a:bodyPr/>
        <a:lstStyle/>
        <a:p>
          <a:endParaRPr lang="en-US"/>
        </a:p>
      </dgm:t>
    </dgm:pt>
    <dgm:pt modelId="{FD0D29B6-FCF2-45EB-8AE8-4BE84C07B79B}" type="sibTrans" cxnId="{020FD730-B1DE-4140-83A9-AE67E4645903}">
      <dgm:prSet/>
      <dgm:spPr/>
      <dgm:t>
        <a:bodyPr/>
        <a:lstStyle/>
        <a:p>
          <a:endParaRPr lang="en-US"/>
        </a:p>
      </dgm:t>
    </dgm:pt>
    <dgm:pt modelId="{B8BDD991-B86B-4F84-9094-76B8D7015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using Laravel, MySQL, PHP Mailer.</a:t>
          </a:r>
        </a:p>
      </dgm:t>
    </dgm:pt>
    <dgm:pt modelId="{1B540AAD-A731-4BF4-B405-2E7ACCF15826}" type="parTrans" cxnId="{46E3F286-11E8-4FF4-BB7B-F1E8C977A2BA}">
      <dgm:prSet/>
      <dgm:spPr/>
      <dgm:t>
        <a:bodyPr/>
        <a:lstStyle/>
        <a:p>
          <a:endParaRPr lang="en-US"/>
        </a:p>
      </dgm:t>
    </dgm:pt>
    <dgm:pt modelId="{6FFB7FCE-3B18-4757-97F7-44DADC53661C}" type="sibTrans" cxnId="{46E3F286-11E8-4FF4-BB7B-F1E8C977A2BA}">
      <dgm:prSet/>
      <dgm:spPr/>
      <dgm:t>
        <a:bodyPr/>
        <a:lstStyle/>
        <a:p>
          <a:endParaRPr lang="en-US"/>
        </a:p>
      </dgm:t>
    </dgm:pt>
    <dgm:pt modelId="{ED8590FB-1B71-4647-9D58-769CF63323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LDAP integration supports enterprise user access.</a:t>
          </a:r>
        </a:p>
      </dgm:t>
    </dgm:pt>
    <dgm:pt modelId="{708D053C-F647-454A-9A35-DE3566360D94}" type="parTrans" cxnId="{3AB18CC8-F809-46C5-8971-91660767F71F}">
      <dgm:prSet/>
      <dgm:spPr/>
      <dgm:t>
        <a:bodyPr/>
        <a:lstStyle/>
        <a:p>
          <a:endParaRPr lang="en-US"/>
        </a:p>
      </dgm:t>
    </dgm:pt>
    <dgm:pt modelId="{61D48E4E-22C4-4BC7-885D-A05C9DAB06F1}" type="sibTrans" cxnId="{3AB18CC8-F809-46C5-8971-91660767F71F}">
      <dgm:prSet/>
      <dgm:spPr/>
      <dgm:t>
        <a:bodyPr/>
        <a:lstStyle/>
        <a:p>
          <a:endParaRPr lang="en-US"/>
        </a:p>
      </dgm:t>
    </dgm:pt>
    <dgm:pt modelId="{FE57A568-C14A-4FF0-8219-2AD839779FAF}" type="pres">
      <dgm:prSet presAssocID="{5C7A8CD1-1537-4D0B-94F7-C4FA341192AB}" presName="root" presStyleCnt="0">
        <dgm:presLayoutVars>
          <dgm:dir/>
          <dgm:resizeHandles val="exact"/>
        </dgm:presLayoutVars>
      </dgm:prSet>
      <dgm:spPr/>
    </dgm:pt>
    <dgm:pt modelId="{70A3E119-028A-4406-A4CD-B7D08A53C816}" type="pres">
      <dgm:prSet presAssocID="{4AD1697F-EF96-42DA-8D90-CA7E4A43D258}" presName="compNode" presStyleCnt="0"/>
      <dgm:spPr/>
    </dgm:pt>
    <dgm:pt modelId="{2661866E-B85C-4B99-AA17-519B6B47A6E1}" type="pres">
      <dgm:prSet presAssocID="{4AD1697F-EF96-42DA-8D90-CA7E4A43D258}" presName="bgRect" presStyleLbl="bgShp" presStyleIdx="0" presStyleCnt="5"/>
      <dgm:spPr/>
    </dgm:pt>
    <dgm:pt modelId="{35736B18-F73D-4D71-AFBF-8868C498C40F}" type="pres">
      <dgm:prSet presAssocID="{4AD1697F-EF96-42DA-8D90-CA7E4A43D25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E2F2F0A-00D2-4979-AF69-F8DD6035453F}" type="pres">
      <dgm:prSet presAssocID="{4AD1697F-EF96-42DA-8D90-CA7E4A43D258}" presName="spaceRect" presStyleCnt="0"/>
      <dgm:spPr/>
    </dgm:pt>
    <dgm:pt modelId="{76A317EE-1E2E-499B-B63A-5F25726AD949}" type="pres">
      <dgm:prSet presAssocID="{4AD1697F-EF96-42DA-8D90-CA7E4A43D258}" presName="parTx" presStyleLbl="revTx" presStyleIdx="0" presStyleCnt="5">
        <dgm:presLayoutVars>
          <dgm:chMax val="0"/>
          <dgm:chPref val="0"/>
        </dgm:presLayoutVars>
      </dgm:prSet>
      <dgm:spPr/>
    </dgm:pt>
    <dgm:pt modelId="{CC065700-3CA8-497B-8009-6DFA6F489006}" type="pres">
      <dgm:prSet presAssocID="{C71B2010-DCB3-4F1F-8513-C8133A66B094}" presName="sibTrans" presStyleCnt="0"/>
      <dgm:spPr/>
    </dgm:pt>
    <dgm:pt modelId="{6F8AA5AE-303B-4CDB-ADC9-793B3B73FB6F}" type="pres">
      <dgm:prSet presAssocID="{0C70F6C1-6469-4216-B756-2F4B8BD0F2CB}" presName="compNode" presStyleCnt="0"/>
      <dgm:spPr/>
    </dgm:pt>
    <dgm:pt modelId="{DC7C479F-9DEE-44AA-BCB5-4AE3453B4EC1}" type="pres">
      <dgm:prSet presAssocID="{0C70F6C1-6469-4216-B756-2F4B8BD0F2CB}" presName="bgRect" presStyleLbl="bgShp" presStyleIdx="1" presStyleCnt="5"/>
      <dgm:spPr/>
    </dgm:pt>
    <dgm:pt modelId="{74D95A4F-3855-4579-99AC-6307E17B0CC0}" type="pres">
      <dgm:prSet presAssocID="{0C70F6C1-6469-4216-B756-2F4B8BD0F2C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0008623B-3B2B-4848-8ABD-B65589AFE561}" type="pres">
      <dgm:prSet presAssocID="{0C70F6C1-6469-4216-B756-2F4B8BD0F2CB}" presName="spaceRect" presStyleCnt="0"/>
      <dgm:spPr/>
    </dgm:pt>
    <dgm:pt modelId="{D5F387F9-4273-4060-BA0B-A53D14422DE3}" type="pres">
      <dgm:prSet presAssocID="{0C70F6C1-6469-4216-B756-2F4B8BD0F2CB}" presName="parTx" presStyleLbl="revTx" presStyleIdx="1" presStyleCnt="5">
        <dgm:presLayoutVars>
          <dgm:chMax val="0"/>
          <dgm:chPref val="0"/>
        </dgm:presLayoutVars>
      </dgm:prSet>
      <dgm:spPr/>
    </dgm:pt>
    <dgm:pt modelId="{72BCECDF-F85D-49B5-893A-0E5D747B4DD9}" type="pres">
      <dgm:prSet presAssocID="{C1A432D8-6C64-42E6-8AE7-80C14895AEE4}" presName="sibTrans" presStyleCnt="0"/>
      <dgm:spPr/>
    </dgm:pt>
    <dgm:pt modelId="{102A8097-69FE-4F07-9034-17A97CED0D63}" type="pres">
      <dgm:prSet presAssocID="{10BF3224-7744-4CF3-8DEF-6308B57344B7}" presName="compNode" presStyleCnt="0"/>
      <dgm:spPr/>
    </dgm:pt>
    <dgm:pt modelId="{11FF6544-38CC-4EAC-8398-A68FE85C5FBC}" type="pres">
      <dgm:prSet presAssocID="{10BF3224-7744-4CF3-8DEF-6308B57344B7}" presName="bgRect" presStyleLbl="bgShp" presStyleIdx="2" presStyleCnt="5"/>
      <dgm:spPr/>
    </dgm:pt>
    <dgm:pt modelId="{7F0F672D-22DE-4A7E-88CB-83CC9D8F8021}" type="pres">
      <dgm:prSet presAssocID="{10BF3224-7744-4CF3-8DEF-6308B57344B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9125AA6-4869-4EB0-A330-0A98BFBAB747}" type="pres">
      <dgm:prSet presAssocID="{10BF3224-7744-4CF3-8DEF-6308B57344B7}" presName="spaceRect" presStyleCnt="0"/>
      <dgm:spPr/>
    </dgm:pt>
    <dgm:pt modelId="{E80325F5-B7E7-4008-A10B-FBA29B9E00C5}" type="pres">
      <dgm:prSet presAssocID="{10BF3224-7744-4CF3-8DEF-6308B57344B7}" presName="parTx" presStyleLbl="revTx" presStyleIdx="2" presStyleCnt="5">
        <dgm:presLayoutVars>
          <dgm:chMax val="0"/>
          <dgm:chPref val="0"/>
        </dgm:presLayoutVars>
      </dgm:prSet>
      <dgm:spPr/>
    </dgm:pt>
    <dgm:pt modelId="{531C2C8E-8A59-437C-A48B-A1A7462BCD8B}" type="pres">
      <dgm:prSet presAssocID="{FD0D29B6-FCF2-45EB-8AE8-4BE84C07B79B}" presName="sibTrans" presStyleCnt="0"/>
      <dgm:spPr/>
    </dgm:pt>
    <dgm:pt modelId="{CB20D043-BCA5-4BD3-A642-C0056C6243DC}" type="pres">
      <dgm:prSet presAssocID="{B8BDD991-B86B-4F84-9094-76B8D7015065}" presName="compNode" presStyleCnt="0"/>
      <dgm:spPr/>
    </dgm:pt>
    <dgm:pt modelId="{01C8F481-E813-425B-828A-027D46ABDEF4}" type="pres">
      <dgm:prSet presAssocID="{B8BDD991-B86B-4F84-9094-76B8D7015065}" presName="bgRect" presStyleLbl="bgShp" presStyleIdx="3" presStyleCnt="5"/>
      <dgm:spPr/>
    </dgm:pt>
    <dgm:pt modelId="{EE7C7493-E82D-425D-B841-318B1A70C926}" type="pres">
      <dgm:prSet presAssocID="{B8BDD991-B86B-4F84-9094-76B8D701506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F73D8021-9867-4B02-8877-A39A673140E2}" type="pres">
      <dgm:prSet presAssocID="{B8BDD991-B86B-4F84-9094-76B8D7015065}" presName="spaceRect" presStyleCnt="0"/>
      <dgm:spPr/>
    </dgm:pt>
    <dgm:pt modelId="{6FBA2E4E-DEE4-47A7-BA6B-6D1E683F820D}" type="pres">
      <dgm:prSet presAssocID="{B8BDD991-B86B-4F84-9094-76B8D7015065}" presName="parTx" presStyleLbl="revTx" presStyleIdx="3" presStyleCnt="5">
        <dgm:presLayoutVars>
          <dgm:chMax val="0"/>
          <dgm:chPref val="0"/>
        </dgm:presLayoutVars>
      </dgm:prSet>
      <dgm:spPr/>
    </dgm:pt>
    <dgm:pt modelId="{9C4084A6-AC28-4966-BCA3-F1F0531BADE4}" type="pres">
      <dgm:prSet presAssocID="{6FFB7FCE-3B18-4757-97F7-44DADC53661C}" presName="sibTrans" presStyleCnt="0"/>
      <dgm:spPr/>
    </dgm:pt>
    <dgm:pt modelId="{077E34F8-3F55-4377-AE9B-B6AF97ECCEC5}" type="pres">
      <dgm:prSet presAssocID="{ED8590FB-1B71-4647-9D58-769CF6332397}" presName="compNode" presStyleCnt="0"/>
      <dgm:spPr/>
    </dgm:pt>
    <dgm:pt modelId="{9EA305FA-C5F2-4909-A7B3-E43BF0ED049E}" type="pres">
      <dgm:prSet presAssocID="{ED8590FB-1B71-4647-9D58-769CF6332397}" presName="bgRect" presStyleLbl="bgShp" presStyleIdx="4" presStyleCnt="5"/>
      <dgm:spPr/>
    </dgm:pt>
    <dgm:pt modelId="{9106343C-CA51-4F8C-B55A-3BE58E763D09}" type="pres">
      <dgm:prSet presAssocID="{ED8590FB-1B71-4647-9D58-769CF633239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4DB2B0E-E08E-4EEE-B984-42A9D2714C08}" type="pres">
      <dgm:prSet presAssocID="{ED8590FB-1B71-4647-9D58-769CF6332397}" presName="spaceRect" presStyleCnt="0"/>
      <dgm:spPr/>
    </dgm:pt>
    <dgm:pt modelId="{01F9EE68-9CC1-43A1-A363-401CA9C67AB2}" type="pres">
      <dgm:prSet presAssocID="{ED8590FB-1B71-4647-9D58-769CF633239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1438307-1E7A-4659-AEB1-43546635A34F}" type="presOf" srcId="{10BF3224-7744-4CF3-8DEF-6308B57344B7}" destId="{E80325F5-B7E7-4008-A10B-FBA29B9E00C5}" srcOrd="0" destOrd="0" presId="urn:microsoft.com/office/officeart/2018/2/layout/IconVerticalSolidList"/>
    <dgm:cxn modelId="{020FD730-B1DE-4140-83A9-AE67E4645903}" srcId="{5C7A8CD1-1537-4D0B-94F7-C4FA341192AB}" destId="{10BF3224-7744-4CF3-8DEF-6308B57344B7}" srcOrd="2" destOrd="0" parTransId="{B2A3AEA9-55F3-46B7-B4B5-B1A64736291D}" sibTransId="{FD0D29B6-FCF2-45EB-8AE8-4BE84C07B79B}"/>
    <dgm:cxn modelId="{E9B9EC68-73FA-44ED-A7E1-1A2CAAADBE68}" srcId="{5C7A8CD1-1537-4D0B-94F7-C4FA341192AB}" destId="{0C70F6C1-6469-4216-B756-2F4B8BD0F2CB}" srcOrd="1" destOrd="0" parTransId="{1B1B375C-D1A0-483F-A123-C02174C784BC}" sibTransId="{C1A432D8-6C64-42E6-8AE7-80C14895AEE4}"/>
    <dgm:cxn modelId="{4871C16F-6FD6-40CA-A96E-644F8A0A2B0D}" type="presOf" srcId="{4AD1697F-EF96-42DA-8D90-CA7E4A43D258}" destId="{76A317EE-1E2E-499B-B63A-5F25726AD949}" srcOrd="0" destOrd="0" presId="urn:microsoft.com/office/officeart/2018/2/layout/IconVerticalSolidList"/>
    <dgm:cxn modelId="{F02EEA79-095E-4D77-BDC0-E10D747AABE2}" type="presOf" srcId="{ED8590FB-1B71-4647-9D58-769CF6332397}" destId="{01F9EE68-9CC1-43A1-A363-401CA9C67AB2}" srcOrd="0" destOrd="0" presId="urn:microsoft.com/office/officeart/2018/2/layout/IconVerticalSolidList"/>
    <dgm:cxn modelId="{3466F280-F539-4DF1-89BE-5DD83FC061EB}" srcId="{5C7A8CD1-1537-4D0B-94F7-C4FA341192AB}" destId="{4AD1697F-EF96-42DA-8D90-CA7E4A43D258}" srcOrd="0" destOrd="0" parTransId="{67CD88BC-1F4D-4E1F-9EB9-031A89236C80}" sibTransId="{C71B2010-DCB3-4F1F-8513-C8133A66B094}"/>
    <dgm:cxn modelId="{46E3F286-11E8-4FF4-BB7B-F1E8C977A2BA}" srcId="{5C7A8CD1-1537-4D0B-94F7-C4FA341192AB}" destId="{B8BDD991-B86B-4F84-9094-76B8D7015065}" srcOrd="3" destOrd="0" parTransId="{1B540AAD-A731-4BF4-B405-2E7ACCF15826}" sibTransId="{6FFB7FCE-3B18-4757-97F7-44DADC53661C}"/>
    <dgm:cxn modelId="{3977F89A-D431-41AF-BC1C-130B5969452F}" type="presOf" srcId="{0C70F6C1-6469-4216-B756-2F4B8BD0F2CB}" destId="{D5F387F9-4273-4060-BA0B-A53D14422DE3}" srcOrd="0" destOrd="0" presId="urn:microsoft.com/office/officeart/2018/2/layout/IconVerticalSolidList"/>
    <dgm:cxn modelId="{C25D2F9B-2960-4920-9E8D-4AFE9280E038}" type="presOf" srcId="{B8BDD991-B86B-4F84-9094-76B8D7015065}" destId="{6FBA2E4E-DEE4-47A7-BA6B-6D1E683F820D}" srcOrd="0" destOrd="0" presId="urn:microsoft.com/office/officeart/2018/2/layout/IconVerticalSolidList"/>
    <dgm:cxn modelId="{3AB18CC8-F809-46C5-8971-91660767F71F}" srcId="{5C7A8CD1-1537-4D0B-94F7-C4FA341192AB}" destId="{ED8590FB-1B71-4647-9D58-769CF6332397}" srcOrd="4" destOrd="0" parTransId="{708D053C-F647-454A-9A35-DE3566360D94}" sibTransId="{61D48E4E-22C4-4BC7-885D-A05C9DAB06F1}"/>
    <dgm:cxn modelId="{4C4195DA-5A48-4AD0-9BD0-03B74978BD25}" type="presOf" srcId="{5C7A8CD1-1537-4D0B-94F7-C4FA341192AB}" destId="{FE57A568-C14A-4FF0-8219-2AD839779FAF}" srcOrd="0" destOrd="0" presId="urn:microsoft.com/office/officeart/2018/2/layout/IconVerticalSolidList"/>
    <dgm:cxn modelId="{E62F5789-5A43-49D4-9AA9-1C5D68E4D498}" type="presParOf" srcId="{FE57A568-C14A-4FF0-8219-2AD839779FAF}" destId="{70A3E119-028A-4406-A4CD-B7D08A53C816}" srcOrd="0" destOrd="0" presId="urn:microsoft.com/office/officeart/2018/2/layout/IconVerticalSolidList"/>
    <dgm:cxn modelId="{9D309951-6D93-47D9-AA7B-9D553C1132DD}" type="presParOf" srcId="{70A3E119-028A-4406-A4CD-B7D08A53C816}" destId="{2661866E-B85C-4B99-AA17-519B6B47A6E1}" srcOrd="0" destOrd="0" presId="urn:microsoft.com/office/officeart/2018/2/layout/IconVerticalSolidList"/>
    <dgm:cxn modelId="{F8C9FF6D-C9F2-47E3-8A4D-3DD16A9264DB}" type="presParOf" srcId="{70A3E119-028A-4406-A4CD-B7D08A53C816}" destId="{35736B18-F73D-4D71-AFBF-8868C498C40F}" srcOrd="1" destOrd="0" presId="urn:microsoft.com/office/officeart/2018/2/layout/IconVerticalSolidList"/>
    <dgm:cxn modelId="{8A3A4BC7-1BC0-4FC0-8373-2E09F10D6FB3}" type="presParOf" srcId="{70A3E119-028A-4406-A4CD-B7D08A53C816}" destId="{AE2F2F0A-00D2-4979-AF69-F8DD6035453F}" srcOrd="2" destOrd="0" presId="urn:microsoft.com/office/officeart/2018/2/layout/IconVerticalSolidList"/>
    <dgm:cxn modelId="{3B8FB021-A23E-4A24-BC76-C409BD7FD185}" type="presParOf" srcId="{70A3E119-028A-4406-A4CD-B7D08A53C816}" destId="{76A317EE-1E2E-499B-B63A-5F25726AD949}" srcOrd="3" destOrd="0" presId="urn:microsoft.com/office/officeart/2018/2/layout/IconVerticalSolidList"/>
    <dgm:cxn modelId="{026C12F9-6C63-40A9-9D05-B7EC3B4830F2}" type="presParOf" srcId="{FE57A568-C14A-4FF0-8219-2AD839779FAF}" destId="{CC065700-3CA8-497B-8009-6DFA6F489006}" srcOrd="1" destOrd="0" presId="urn:microsoft.com/office/officeart/2018/2/layout/IconVerticalSolidList"/>
    <dgm:cxn modelId="{9CB7791E-69F9-4FB4-B290-BD372549623E}" type="presParOf" srcId="{FE57A568-C14A-4FF0-8219-2AD839779FAF}" destId="{6F8AA5AE-303B-4CDB-ADC9-793B3B73FB6F}" srcOrd="2" destOrd="0" presId="urn:microsoft.com/office/officeart/2018/2/layout/IconVerticalSolidList"/>
    <dgm:cxn modelId="{5D08B412-5145-4D87-955A-82F8DCB05F44}" type="presParOf" srcId="{6F8AA5AE-303B-4CDB-ADC9-793B3B73FB6F}" destId="{DC7C479F-9DEE-44AA-BCB5-4AE3453B4EC1}" srcOrd="0" destOrd="0" presId="urn:microsoft.com/office/officeart/2018/2/layout/IconVerticalSolidList"/>
    <dgm:cxn modelId="{6765F33B-F121-4280-8838-E25A1D73CA0B}" type="presParOf" srcId="{6F8AA5AE-303B-4CDB-ADC9-793B3B73FB6F}" destId="{74D95A4F-3855-4579-99AC-6307E17B0CC0}" srcOrd="1" destOrd="0" presId="urn:microsoft.com/office/officeart/2018/2/layout/IconVerticalSolidList"/>
    <dgm:cxn modelId="{BCBBCC7D-8F6F-4CBD-9AD4-3A68EA49713E}" type="presParOf" srcId="{6F8AA5AE-303B-4CDB-ADC9-793B3B73FB6F}" destId="{0008623B-3B2B-4848-8ABD-B65589AFE561}" srcOrd="2" destOrd="0" presId="urn:microsoft.com/office/officeart/2018/2/layout/IconVerticalSolidList"/>
    <dgm:cxn modelId="{36F52DCF-B5A4-4264-B4E0-835C0839BAE0}" type="presParOf" srcId="{6F8AA5AE-303B-4CDB-ADC9-793B3B73FB6F}" destId="{D5F387F9-4273-4060-BA0B-A53D14422DE3}" srcOrd="3" destOrd="0" presId="urn:microsoft.com/office/officeart/2018/2/layout/IconVerticalSolidList"/>
    <dgm:cxn modelId="{FB646516-7E71-42B3-8B4E-99F4A55C0FF8}" type="presParOf" srcId="{FE57A568-C14A-4FF0-8219-2AD839779FAF}" destId="{72BCECDF-F85D-49B5-893A-0E5D747B4DD9}" srcOrd="3" destOrd="0" presId="urn:microsoft.com/office/officeart/2018/2/layout/IconVerticalSolidList"/>
    <dgm:cxn modelId="{0DD5B530-61BA-4525-B18E-027E220F90F4}" type="presParOf" srcId="{FE57A568-C14A-4FF0-8219-2AD839779FAF}" destId="{102A8097-69FE-4F07-9034-17A97CED0D63}" srcOrd="4" destOrd="0" presId="urn:microsoft.com/office/officeart/2018/2/layout/IconVerticalSolidList"/>
    <dgm:cxn modelId="{5E93429F-9808-4F82-AC89-DACC90D1463A}" type="presParOf" srcId="{102A8097-69FE-4F07-9034-17A97CED0D63}" destId="{11FF6544-38CC-4EAC-8398-A68FE85C5FBC}" srcOrd="0" destOrd="0" presId="urn:microsoft.com/office/officeart/2018/2/layout/IconVerticalSolidList"/>
    <dgm:cxn modelId="{72023398-D2D3-4102-8607-417F60D4162C}" type="presParOf" srcId="{102A8097-69FE-4F07-9034-17A97CED0D63}" destId="{7F0F672D-22DE-4A7E-88CB-83CC9D8F8021}" srcOrd="1" destOrd="0" presId="urn:microsoft.com/office/officeart/2018/2/layout/IconVerticalSolidList"/>
    <dgm:cxn modelId="{EAF81559-7EC6-4D98-9CBB-FBC1338204A1}" type="presParOf" srcId="{102A8097-69FE-4F07-9034-17A97CED0D63}" destId="{B9125AA6-4869-4EB0-A330-0A98BFBAB747}" srcOrd="2" destOrd="0" presId="urn:microsoft.com/office/officeart/2018/2/layout/IconVerticalSolidList"/>
    <dgm:cxn modelId="{C50A1165-492F-4D0F-9C9E-85CD3B6201B8}" type="presParOf" srcId="{102A8097-69FE-4F07-9034-17A97CED0D63}" destId="{E80325F5-B7E7-4008-A10B-FBA29B9E00C5}" srcOrd="3" destOrd="0" presId="urn:microsoft.com/office/officeart/2018/2/layout/IconVerticalSolidList"/>
    <dgm:cxn modelId="{37498926-5008-47B5-B9C5-680A4BE30848}" type="presParOf" srcId="{FE57A568-C14A-4FF0-8219-2AD839779FAF}" destId="{531C2C8E-8A59-437C-A48B-A1A7462BCD8B}" srcOrd="5" destOrd="0" presId="urn:microsoft.com/office/officeart/2018/2/layout/IconVerticalSolidList"/>
    <dgm:cxn modelId="{5725113C-3A0B-44F2-B281-5FFF9A4ED4C9}" type="presParOf" srcId="{FE57A568-C14A-4FF0-8219-2AD839779FAF}" destId="{CB20D043-BCA5-4BD3-A642-C0056C6243DC}" srcOrd="6" destOrd="0" presId="urn:microsoft.com/office/officeart/2018/2/layout/IconVerticalSolidList"/>
    <dgm:cxn modelId="{00B60BC6-7E26-441B-8115-D5CCA17C72FE}" type="presParOf" srcId="{CB20D043-BCA5-4BD3-A642-C0056C6243DC}" destId="{01C8F481-E813-425B-828A-027D46ABDEF4}" srcOrd="0" destOrd="0" presId="urn:microsoft.com/office/officeart/2018/2/layout/IconVerticalSolidList"/>
    <dgm:cxn modelId="{6240FED4-64F6-45FA-A21C-CA9F8E6426EF}" type="presParOf" srcId="{CB20D043-BCA5-4BD3-A642-C0056C6243DC}" destId="{EE7C7493-E82D-425D-B841-318B1A70C926}" srcOrd="1" destOrd="0" presId="urn:microsoft.com/office/officeart/2018/2/layout/IconVerticalSolidList"/>
    <dgm:cxn modelId="{3ED8B029-43A8-402A-A384-BB5010FD50DD}" type="presParOf" srcId="{CB20D043-BCA5-4BD3-A642-C0056C6243DC}" destId="{F73D8021-9867-4B02-8877-A39A673140E2}" srcOrd="2" destOrd="0" presId="urn:microsoft.com/office/officeart/2018/2/layout/IconVerticalSolidList"/>
    <dgm:cxn modelId="{A8354872-03ED-4114-A35C-C83E11B938D6}" type="presParOf" srcId="{CB20D043-BCA5-4BD3-A642-C0056C6243DC}" destId="{6FBA2E4E-DEE4-47A7-BA6B-6D1E683F820D}" srcOrd="3" destOrd="0" presId="urn:microsoft.com/office/officeart/2018/2/layout/IconVerticalSolidList"/>
    <dgm:cxn modelId="{EF2E796C-5E75-4FCB-B4AE-1EDD12357EEE}" type="presParOf" srcId="{FE57A568-C14A-4FF0-8219-2AD839779FAF}" destId="{9C4084A6-AC28-4966-BCA3-F1F0531BADE4}" srcOrd="7" destOrd="0" presId="urn:microsoft.com/office/officeart/2018/2/layout/IconVerticalSolidList"/>
    <dgm:cxn modelId="{EF4C1DD8-AD0E-45C8-89FC-BD8F12DC34AE}" type="presParOf" srcId="{FE57A568-C14A-4FF0-8219-2AD839779FAF}" destId="{077E34F8-3F55-4377-AE9B-B6AF97ECCEC5}" srcOrd="8" destOrd="0" presId="urn:microsoft.com/office/officeart/2018/2/layout/IconVerticalSolidList"/>
    <dgm:cxn modelId="{E4E3DA13-9526-4FC7-A9CA-B8FA2FB85F77}" type="presParOf" srcId="{077E34F8-3F55-4377-AE9B-B6AF97ECCEC5}" destId="{9EA305FA-C5F2-4909-A7B3-E43BF0ED049E}" srcOrd="0" destOrd="0" presId="urn:microsoft.com/office/officeart/2018/2/layout/IconVerticalSolidList"/>
    <dgm:cxn modelId="{E06F5C35-80E8-49CA-AEBC-CDD5490312F8}" type="presParOf" srcId="{077E34F8-3F55-4377-AE9B-B6AF97ECCEC5}" destId="{9106343C-CA51-4F8C-B55A-3BE58E763D09}" srcOrd="1" destOrd="0" presId="urn:microsoft.com/office/officeart/2018/2/layout/IconVerticalSolidList"/>
    <dgm:cxn modelId="{DBA5E9BF-5BE8-4193-BD91-1D2CD76A886D}" type="presParOf" srcId="{077E34F8-3F55-4377-AE9B-B6AF97ECCEC5}" destId="{94DB2B0E-E08E-4EEE-B984-42A9D2714C08}" srcOrd="2" destOrd="0" presId="urn:microsoft.com/office/officeart/2018/2/layout/IconVerticalSolidList"/>
    <dgm:cxn modelId="{1394CEE0-2BC5-4F54-A5A1-D685E68608DB}" type="presParOf" srcId="{077E34F8-3F55-4377-AE9B-B6AF97ECCEC5}" destId="{01F9EE68-9CC1-43A1-A363-401CA9C67A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3832FF-3EF5-4FB4-8A64-B30A69B399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8F46E8-B9DD-46BF-9FB8-0509B3D534EC}">
      <dgm:prSet/>
      <dgm:spPr/>
      <dgm:t>
        <a:bodyPr/>
        <a:lstStyle/>
        <a:p>
          <a:r>
            <a:rPr lang="en-US" dirty="0"/>
            <a:t>Current systems lack transparency and coordination in task tracking.</a:t>
          </a:r>
        </a:p>
      </dgm:t>
    </dgm:pt>
    <dgm:pt modelId="{C8E21F21-2D49-4526-9486-DF46E6968850}" type="parTrans" cxnId="{15857E25-4B7F-438F-9A1D-8D208EAFD129}">
      <dgm:prSet/>
      <dgm:spPr/>
      <dgm:t>
        <a:bodyPr/>
        <a:lstStyle/>
        <a:p>
          <a:endParaRPr lang="en-US"/>
        </a:p>
      </dgm:t>
    </dgm:pt>
    <dgm:pt modelId="{206FA29A-3D82-4415-8560-A18C357BFAA0}" type="sibTrans" cxnId="{15857E25-4B7F-438F-9A1D-8D208EAFD129}">
      <dgm:prSet/>
      <dgm:spPr/>
      <dgm:t>
        <a:bodyPr/>
        <a:lstStyle/>
        <a:p>
          <a:endParaRPr lang="en-US"/>
        </a:p>
      </dgm:t>
    </dgm:pt>
    <dgm:pt modelId="{B2780363-F087-4519-B3BE-9E1C21190BCA}">
      <dgm:prSet/>
      <dgm:spPr/>
      <dgm:t>
        <a:bodyPr/>
        <a:lstStyle/>
        <a:p>
          <a:r>
            <a:rPr lang="en-US"/>
            <a:t>No centralized view of responsibilities.</a:t>
          </a:r>
        </a:p>
      </dgm:t>
    </dgm:pt>
    <dgm:pt modelId="{154F18D5-DB90-4A43-968A-B65339019C86}" type="parTrans" cxnId="{C165B718-8E5F-4838-AB3C-9518769FFFE8}">
      <dgm:prSet/>
      <dgm:spPr/>
      <dgm:t>
        <a:bodyPr/>
        <a:lstStyle/>
        <a:p>
          <a:endParaRPr lang="en-US"/>
        </a:p>
      </dgm:t>
    </dgm:pt>
    <dgm:pt modelId="{1D8A4C36-5C81-4047-9AC4-8FAC7C0FA9E7}" type="sibTrans" cxnId="{C165B718-8E5F-4838-AB3C-9518769FFFE8}">
      <dgm:prSet/>
      <dgm:spPr/>
      <dgm:t>
        <a:bodyPr/>
        <a:lstStyle/>
        <a:p>
          <a:endParaRPr lang="en-US"/>
        </a:p>
      </dgm:t>
    </dgm:pt>
    <dgm:pt modelId="{596CBDE3-DA9C-437E-B04B-03B575A0FCBE}">
      <dgm:prSet/>
      <dgm:spPr/>
      <dgm:t>
        <a:bodyPr/>
        <a:lstStyle/>
        <a:p>
          <a:r>
            <a:rPr lang="en-US"/>
            <a:t>Communication gaps among departments.</a:t>
          </a:r>
        </a:p>
      </dgm:t>
    </dgm:pt>
    <dgm:pt modelId="{25478409-F10E-4F93-A1C5-1B33580D9D43}" type="parTrans" cxnId="{4CED35F3-C48A-4365-B6A0-5EDBB5B6DB1D}">
      <dgm:prSet/>
      <dgm:spPr/>
      <dgm:t>
        <a:bodyPr/>
        <a:lstStyle/>
        <a:p>
          <a:endParaRPr lang="en-US"/>
        </a:p>
      </dgm:t>
    </dgm:pt>
    <dgm:pt modelId="{C3350203-8F73-4635-9F1B-5D1914C97D74}" type="sibTrans" cxnId="{4CED35F3-C48A-4365-B6A0-5EDBB5B6DB1D}">
      <dgm:prSet/>
      <dgm:spPr/>
      <dgm:t>
        <a:bodyPr/>
        <a:lstStyle/>
        <a:p>
          <a:endParaRPr lang="en-US"/>
        </a:p>
      </dgm:t>
    </dgm:pt>
    <dgm:pt modelId="{EEF15F6A-4963-4099-A008-4697CF7318D6}">
      <dgm:prSet/>
      <dgm:spPr/>
      <dgm:t>
        <a:bodyPr/>
        <a:lstStyle/>
        <a:p>
          <a:r>
            <a:rPr lang="en-US"/>
            <a:t>Difficulty in managing task timelines and ownership.</a:t>
          </a:r>
        </a:p>
      </dgm:t>
    </dgm:pt>
    <dgm:pt modelId="{B75908A9-73CD-4745-B4DA-79A3E00924A6}" type="parTrans" cxnId="{487CD05F-7FB2-407A-9551-75DBFE2D8093}">
      <dgm:prSet/>
      <dgm:spPr/>
      <dgm:t>
        <a:bodyPr/>
        <a:lstStyle/>
        <a:p>
          <a:endParaRPr lang="en-US"/>
        </a:p>
      </dgm:t>
    </dgm:pt>
    <dgm:pt modelId="{8AEA2E3B-4A6A-4485-A871-453CB62D057C}" type="sibTrans" cxnId="{487CD05F-7FB2-407A-9551-75DBFE2D8093}">
      <dgm:prSet/>
      <dgm:spPr/>
      <dgm:t>
        <a:bodyPr/>
        <a:lstStyle/>
        <a:p>
          <a:endParaRPr lang="en-US"/>
        </a:p>
      </dgm:t>
    </dgm:pt>
    <dgm:pt modelId="{155AE6BB-BCBB-4614-9AC0-0F37025B743A}" type="pres">
      <dgm:prSet presAssocID="{813832FF-3EF5-4FB4-8A64-B30A69B39903}" presName="root" presStyleCnt="0">
        <dgm:presLayoutVars>
          <dgm:dir/>
          <dgm:resizeHandles val="exact"/>
        </dgm:presLayoutVars>
      </dgm:prSet>
      <dgm:spPr/>
    </dgm:pt>
    <dgm:pt modelId="{322586C6-9CBD-4CBB-8AA7-4E5E60B373E3}" type="pres">
      <dgm:prSet presAssocID="{FC8F46E8-B9DD-46BF-9FB8-0509B3D534EC}" presName="compNode" presStyleCnt="0"/>
      <dgm:spPr/>
    </dgm:pt>
    <dgm:pt modelId="{FC8F37A0-C8EE-4DB8-B29B-6C4F941ABA7A}" type="pres">
      <dgm:prSet presAssocID="{FC8F46E8-B9DD-46BF-9FB8-0509B3D534EC}" presName="bgRect" presStyleLbl="bgShp" presStyleIdx="0" presStyleCnt="4"/>
      <dgm:spPr>
        <a:solidFill>
          <a:schemeClr val="bg1">
            <a:lumMod val="95000"/>
          </a:schemeClr>
        </a:solidFill>
      </dgm:spPr>
    </dgm:pt>
    <dgm:pt modelId="{29292BEF-67B2-44FB-88C0-CAA3C2A9E316}" type="pres">
      <dgm:prSet presAssocID="{FC8F46E8-B9DD-46BF-9FB8-0509B3D534E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4513325-497A-4254-ACD5-310EAF49BC24}" type="pres">
      <dgm:prSet presAssocID="{FC8F46E8-B9DD-46BF-9FB8-0509B3D534EC}" presName="spaceRect" presStyleCnt="0"/>
      <dgm:spPr/>
    </dgm:pt>
    <dgm:pt modelId="{A7E26E2A-AE1B-47D9-BECF-70DA2DA4C445}" type="pres">
      <dgm:prSet presAssocID="{FC8F46E8-B9DD-46BF-9FB8-0509B3D534EC}" presName="parTx" presStyleLbl="revTx" presStyleIdx="0" presStyleCnt="4">
        <dgm:presLayoutVars>
          <dgm:chMax val="0"/>
          <dgm:chPref val="0"/>
        </dgm:presLayoutVars>
      </dgm:prSet>
      <dgm:spPr/>
    </dgm:pt>
    <dgm:pt modelId="{34D596A3-285D-4DF1-AD46-89E5A14003DC}" type="pres">
      <dgm:prSet presAssocID="{206FA29A-3D82-4415-8560-A18C357BFAA0}" presName="sibTrans" presStyleCnt="0"/>
      <dgm:spPr/>
    </dgm:pt>
    <dgm:pt modelId="{03A5D5EC-A5EB-4B7F-BFC8-F5FA7B33E751}" type="pres">
      <dgm:prSet presAssocID="{B2780363-F087-4519-B3BE-9E1C21190BCA}" presName="compNode" presStyleCnt="0"/>
      <dgm:spPr/>
    </dgm:pt>
    <dgm:pt modelId="{C9FBBAFD-BE27-499F-9819-D0E86431FE47}" type="pres">
      <dgm:prSet presAssocID="{B2780363-F087-4519-B3BE-9E1C21190BCA}" presName="bgRect" presStyleLbl="bgShp" presStyleIdx="1" presStyleCnt="4"/>
      <dgm:spPr/>
    </dgm:pt>
    <dgm:pt modelId="{F4B8D24C-3E8F-4660-880B-F9BCC44DBCF6}" type="pres">
      <dgm:prSet presAssocID="{B2780363-F087-4519-B3BE-9E1C21190B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F147ED6D-45A7-4BF9-8C31-5E3D99F0F1ED}" type="pres">
      <dgm:prSet presAssocID="{B2780363-F087-4519-B3BE-9E1C21190BCA}" presName="spaceRect" presStyleCnt="0"/>
      <dgm:spPr/>
    </dgm:pt>
    <dgm:pt modelId="{398B3E49-01A7-41F9-9207-71FFF241E90D}" type="pres">
      <dgm:prSet presAssocID="{B2780363-F087-4519-B3BE-9E1C21190BCA}" presName="parTx" presStyleLbl="revTx" presStyleIdx="1" presStyleCnt="4">
        <dgm:presLayoutVars>
          <dgm:chMax val="0"/>
          <dgm:chPref val="0"/>
        </dgm:presLayoutVars>
      </dgm:prSet>
      <dgm:spPr/>
    </dgm:pt>
    <dgm:pt modelId="{02DF6F77-84F1-4D4A-97C4-495299C81731}" type="pres">
      <dgm:prSet presAssocID="{1D8A4C36-5C81-4047-9AC4-8FAC7C0FA9E7}" presName="sibTrans" presStyleCnt="0"/>
      <dgm:spPr/>
    </dgm:pt>
    <dgm:pt modelId="{0B5BAD04-4438-4336-A69E-47F3C289C449}" type="pres">
      <dgm:prSet presAssocID="{596CBDE3-DA9C-437E-B04B-03B575A0FCBE}" presName="compNode" presStyleCnt="0"/>
      <dgm:spPr/>
    </dgm:pt>
    <dgm:pt modelId="{F02E97D3-C9AD-49C4-9968-878E485051CD}" type="pres">
      <dgm:prSet presAssocID="{596CBDE3-DA9C-437E-B04B-03B575A0FCBE}" presName="bgRect" presStyleLbl="bgShp" presStyleIdx="2" presStyleCnt="4"/>
      <dgm:spPr/>
    </dgm:pt>
    <dgm:pt modelId="{0D64943E-C9D7-468D-83CF-BCDA1BACBDDB}" type="pres">
      <dgm:prSet presAssocID="{596CBDE3-DA9C-437E-B04B-03B575A0FCB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2AD7314-9DE5-4FD6-8DA2-D174447913D5}" type="pres">
      <dgm:prSet presAssocID="{596CBDE3-DA9C-437E-B04B-03B575A0FCBE}" presName="spaceRect" presStyleCnt="0"/>
      <dgm:spPr/>
    </dgm:pt>
    <dgm:pt modelId="{F35A17E5-2233-4BEC-8E06-AD3661DDCA14}" type="pres">
      <dgm:prSet presAssocID="{596CBDE3-DA9C-437E-B04B-03B575A0FCBE}" presName="parTx" presStyleLbl="revTx" presStyleIdx="2" presStyleCnt="4">
        <dgm:presLayoutVars>
          <dgm:chMax val="0"/>
          <dgm:chPref val="0"/>
        </dgm:presLayoutVars>
      </dgm:prSet>
      <dgm:spPr/>
    </dgm:pt>
    <dgm:pt modelId="{4294AD60-9FF7-4C57-824C-678915E30D35}" type="pres">
      <dgm:prSet presAssocID="{C3350203-8F73-4635-9F1B-5D1914C97D74}" presName="sibTrans" presStyleCnt="0"/>
      <dgm:spPr/>
    </dgm:pt>
    <dgm:pt modelId="{C5692E7D-40ED-4040-AB1A-D0308FB433F9}" type="pres">
      <dgm:prSet presAssocID="{EEF15F6A-4963-4099-A008-4697CF7318D6}" presName="compNode" presStyleCnt="0"/>
      <dgm:spPr/>
    </dgm:pt>
    <dgm:pt modelId="{D7E1AABA-8B66-46FB-BE20-94814487F5AE}" type="pres">
      <dgm:prSet presAssocID="{EEF15F6A-4963-4099-A008-4697CF7318D6}" presName="bgRect" presStyleLbl="bgShp" presStyleIdx="3" presStyleCnt="4"/>
      <dgm:spPr/>
    </dgm:pt>
    <dgm:pt modelId="{B1A3865B-0371-48E6-B95F-EB05D2C064A8}" type="pres">
      <dgm:prSet presAssocID="{EEF15F6A-4963-4099-A008-4697CF7318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B8914CAA-515A-4D09-A370-77C579F85E08}" type="pres">
      <dgm:prSet presAssocID="{EEF15F6A-4963-4099-A008-4697CF7318D6}" presName="spaceRect" presStyleCnt="0"/>
      <dgm:spPr/>
    </dgm:pt>
    <dgm:pt modelId="{3B4EB4E8-5387-430F-BCCF-69D8D8421B48}" type="pres">
      <dgm:prSet presAssocID="{EEF15F6A-4963-4099-A008-4697CF7318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AEE800-D11E-4424-8FF0-F942FBF6E702}" type="presOf" srcId="{596CBDE3-DA9C-437E-B04B-03B575A0FCBE}" destId="{F35A17E5-2233-4BEC-8E06-AD3661DDCA14}" srcOrd="0" destOrd="0" presId="urn:microsoft.com/office/officeart/2018/2/layout/IconVerticalSolidList"/>
    <dgm:cxn modelId="{C165B718-8E5F-4838-AB3C-9518769FFFE8}" srcId="{813832FF-3EF5-4FB4-8A64-B30A69B39903}" destId="{B2780363-F087-4519-B3BE-9E1C21190BCA}" srcOrd="1" destOrd="0" parTransId="{154F18D5-DB90-4A43-968A-B65339019C86}" sibTransId="{1D8A4C36-5C81-4047-9AC4-8FAC7C0FA9E7}"/>
    <dgm:cxn modelId="{15857E25-4B7F-438F-9A1D-8D208EAFD129}" srcId="{813832FF-3EF5-4FB4-8A64-B30A69B39903}" destId="{FC8F46E8-B9DD-46BF-9FB8-0509B3D534EC}" srcOrd="0" destOrd="0" parTransId="{C8E21F21-2D49-4526-9486-DF46E6968850}" sibTransId="{206FA29A-3D82-4415-8560-A18C357BFAA0}"/>
    <dgm:cxn modelId="{487CD05F-7FB2-407A-9551-75DBFE2D8093}" srcId="{813832FF-3EF5-4FB4-8A64-B30A69B39903}" destId="{EEF15F6A-4963-4099-A008-4697CF7318D6}" srcOrd="3" destOrd="0" parTransId="{B75908A9-73CD-4745-B4DA-79A3E00924A6}" sibTransId="{8AEA2E3B-4A6A-4485-A871-453CB62D057C}"/>
    <dgm:cxn modelId="{E8013D7C-0FBF-4DE0-B722-DB3D45A5E0CE}" type="presOf" srcId="{B2780363-F087-4519-B3BE-9E1C21190BCA}" destId="{398B3E49-01A7-41F9-9207-71FFF241E90D}" srcOrd="0" destOrd="0" presId="urn:microsoft.com/office/officeart/2018/2/layout/IconVerticalSolidList"/>
    <dgm:cxn modelId="{806F717E-429C-4EB9-B761-7D5F4C3A7EA4}" type="presOf" srcId="{FC8F46E8-B9DD-46BF-9FB8-0509B3D534EC}" destId="{A7E26E2A-AE1B-47D9-BECF-70DA2DA4C445}" srcOrd="0" destOrd="0" presId="urn:microsoft.com/office/officeart/2018/2/layout/IconVerticalSolidList"/>
    <dgm:cxn modelId="{D482C4CC-2850-4AE9-B104-C94E86AACB21}" type="presOf" srcId="{813832FF-3EF5-4FB4-8A64-B30A69B39903}" destId="{155AE6BB-BCBB-4614-9AC0-0F37025B743A}" srcOrd="0" destOrd="0" presId="urn:microsoft.com/office/officeart/2018/2/layout/IconVerticalSolidList"/>
    <dgm:cxn modelId="{4CED35F3-C48A-4365-B6A0-5EDBB5B6DB1D}" srcId="{813832FF-3EF5-4FB4-8A64-B30A69B39903}" destId="{596CBDE3-DA9C-437E-B04B-03B575A0FCBE}" srcOrd="2" destOrd="0" parTransId="{25478409-F10E-4F93-A1C5-1B33580D9D43}" sibTransId="{C3350203-8F73-4635-9F1B-5D1914C97D74}"/>
    <dgm:cxn modelId="{5078BCFB-0A32-47E9-A5B9-AAC3B2E8829F}" type="presOf" srcId="{EEF15F6A-4963-4099-A008-4697CF7318D6}" destId="{3B4EB4E8-5387-430F-BCCF-69D8D8421B48}" srcOrd="0" destOrd="0" presId="urn:microsoft.com/office/officeart/2018/2/layout/IconVerticalSolidList"/>
    <dgm:cxn modelId="{F08BF10D-C94F-4B72-9AB0-E19BD3279E22}" type="presParOf" srcId="{155AE6BB-BCBB-4614-9AC0-0F37025B743A}" destId="{322586C6-9CBD-4CBB-8AA7-4E5E60B373E3}" srcOrd="0" destOrd="0" presId="urn:microsoft.com/office/officeart/2018/2/layout/IconVerticalSolidList"/>
    <dgm:cxn modelId="{7ADEF10A-0497-4F3C-9625-7C6B85C0575F}" type="presParOf" srcId="{322586C6-9CBD-4CBB-8AA7-4E5E60B373E3}" destId="{FC8F37A0-C8EE-4DB8-B29B-6C4F941ABA7A}" srcOrd="0" destOrd="0" presId="urn:microsoft.com/office/officeart/2018/2/layout/IconVerticalSolidList"/>
    <dgm:cxn modelId="{1920E75F-CA34-4237-AED7-1632C4151C5C}" type="presParOf" srcId="{322586C6-9CBD-4CBB-8AA7-4E5E60B373E3}" destId="{29292BEF-67B2-44FB-88C0-CAA3C2A9E316}" srcOrd="1" destOrd="0" presId="urn:microsoft.com/office/officeart/2018/2/layout/IconVerticalSolidList"/>
    <dgm:cxn modelId="{484DA186-237E-4477-94D8-9C635CD4E6B0}" type="presParOf" srcId="{322586C6-9CBD-4CBB-8AA7-4E5E60B373E3}" destId="{A4513325-497A-4254-ACD5-310EAF49BC24}" srcOrd="2" destOrd="0" presId="urn:microsoft.com/office/officeart/2018/2/layout/IconVerticalSolidList"/>
    <dgm:cxn modelId="{493C8E29-C994-4198-B1EC-F27551E5A1ED}" type="presParOf" srcId="{322586C6-9CBD-4CBB-8AA7-4E5E60B373E3}" destId="{A7E26E2A-AE1B-47D9-BECF-70DA2DA4C445}" srcOrd="3" destOrd="0" presId="urn:microsoft.com/office/officeart/2018/2/layout/IconVerticalSolidList"/>
    <dgm:cxn modelId="{1960CD0B-1DC8-4D9A-8572-BDA70D5512D8}" type="presParOf" srcId="{155AE6BB-BCBB-4614-9AC0-0F37025B743A}" destId="{34D596A3-285D-4DF1-AD46-89E5A14003DC}" srcOrd="1" destOrd="0" presId="urn:microsoft.com/office/officeart/2018/2/layout/IconVerticalSolidList"/>
    <dgm:cxn modelId="{4E2E739A-8509-40B5-9D73-36A50EF0646B}" type="presParOf" srcId="{155AE6BB-BCBB-4614-9AC0-0F37025B743A}" destId="{03A5D5EC-A5EB-4B7F-BFC8-F5FA7B33E751}" srcOrd="2" destOrd="0" presId="urn:microsoft.com/office/officeart/2018/2/layout/IconVerticalSolidList"/>
    <dgm:cxn modelId="{7823EAD9-578F-4E33-80F8-8C8891240114}" type="presParOf" srcId="{03A5D5EC-A5EB-4B7F-BFC8-F5FA7B33E751}" destId="{C9FBBAFD-BE27-499F-9819-D0E86431FE47}" srcOrd="0" destOrd="0" presId="urn:microsoft.com/office/officeart/2018/2/layout/IconVerticalSolidList"/>
    <dgm:cxn modelId="{DF92E851-5555-4C07-A354-9844D7867CAF}" type="presParOf" srcId="{03A5D5EC-A5EB-4B7F-BFC8-F5FA7B33E751}" destId="{F4B8D24C-3E8F-4660-880B-F9BCC44DBCF6}" srcOrd="1" destOrd="0" presId="urn:microsoft.com/office/officeart/2018/2/layout/IconVerticalSolidList"/>
    <dgm:cxn modelId="{DFE83BD1-B5F2-4C62-B83F-A8D015706780}" type="presParOf" srcId="{03A5D5EC-A5EB-4B7F-BFC8-F5FA7B33E751}" destId="{F147ED6D-45A7-4BF9-8C31-5E3D99F0F1ED}" srcOrd="2" destOrd="0" presId="urn:microsoft.com/office/officeart/2018/2/layout/IconVerticalSolidList"/>
    <dgm:cxn modelId="{8634B018-81CE-4D27-B5B0-87CFF3538EA7}" type="presParOf" srcId="{03A5D5EC-A5EB-4B7F-BFC8-F5FA7B33E751}" destId="{398B3E49-01A7-41F9-9207-71FFF241E90D}" srcOrd="3" destOrd="0" presId="urn:microsoft.com/office/officeart/2018/2/layout/IconVerticalSolidList"/>
    <dgm:cxn modelId="{018324DD-8436-44B9-AA6A-0CDB4A5237AE}" type="presParOf" srcId="{155AE6BB-BCBB-4614-9AC0-0F37025B743A}" destId="{02DF6F77-84F1-4D4A-97C4-495299C81731}" srcOrd="3" destOrd="0" presId="urn:microsoft.com/office/officeart/2018/2/layout/IconVerticalSolidList"/>
    <dgm:cxn modelId="{252CEDD5-0E55-44AD-96A9-0552F01E7A8B}" type="presParOf" srcId="{155AE6BB-BCBB-4614-9AC0-0F37025B743A}" destId="{0B5BAD04-4438-4336-A69E-47F3C289C449}" srcOrd="4" destOrd="0" presId="urn:microsoft.com/office/officeart/2018/2/layout/IconVerticalSolidList"/>
    <dgm:cxn modelId="{834DAAB1-4243-4DFB-9781-BA16054D1991}" type="presParOf" srcId="{0B5BAD04-4438-4336-A69E-47F3C289C449}" destId="{F02E97D3-C9AD-49C4-9968-878E485051CD}" srcOrd="0" destOrd="0" presId="urn:microsoft.com/office/officeart/2018/2/layout/IconVerticalSolidList"/>
    <dgm:cxn modelId="{E42C4641-7F4C-47F4-AB67-D8FE0C50CF60}" type="presParOf" srcId="{0B5BAD04-4438-4336-A69E-47F3C289C449}" destId="{0D64943E-C9D7-468D-83CF-BCDA1BACBDDB}" srcOrd="1" destOrd="0" presId="urn:microsoft.com/office/officeart/2018/2/layout/IconVerticalSolidList"/>
    <dgm:cxn modelId="{1CF7D3DA-8BC1-4E15-ABE8-9B5D03587C95}" type="presParOf" srcId="{0B5BAD04-4438-4336-A69E-47F3C289C449}" destId="{B2AD7314-9DE5-4FD6-8DA2-D174447913D5}" srcOrd="2" destOrd="0" presId="urn:microsoft.com/office/officeart/2018/2/layout/IconVerticalSolidList"/>
    <dgm:cxn modelId="{A7D4C3E6-04A8-4275-8516-77DF962D7E84}" type="presParOf" srcId="{0B5BAD04-4438-4336-A69E-47F3C289C449}" destId="{F35A17E5-2233-4BEC-8E06-AD3661DDCA14}" srcOrd="3" destOrd="0" presId="urn:microsoft.com/office/officeart/2018/2/layout/IconVerticalSolidList"/>
    <dgm:cxn modelId="{FA345E03-F462-4452-B2F2-A992EF4A0B32}" type="presParOf" srcId="{155AE6BB-BCBB-4614-9AC0-0F37025B743A}" destId="{4294AD60-9FF7-4C57-824C-678915E30D35}" srcOrd="5" destOrd="0" presId="urn:microsoft.com/office/officeart/2018/2/layout/IconVerticalSolidList"/>
    <dgm:cxn modelId="{53F975B0-62D5-446B-8295-4B0E8FB2DE06}" type="presParOf" srcId="{155AE6BB-BCBB-4614-9AC0-0F37025B743A}" destId="{C5692E7D-40ED-4040-AB1A-D0308FB433F9}" srcOrd="6" destOrd="0" presId="urn:microsoft.com/office/officeart/2018/2/layout/IconVerticalSolidList"/>
    <dgm:cxn modelId="{838EE532-14B2-449D-ABED-CF63D3F0491E}" type="presParOf" srcId="{C5692E7D-40ED-4040-AB1A-D0308FB433F9}" destId="{D7E1AABA-8B66-46FB-BE20-94814487F5AE}" srcOrd="0" destOrd="0" presId="urn:microsoft.com/office/officeart/2018/2/layout/IconVerticalSolidList"/>
    <dgm:cxn modelId="{7F7B6004-8585-4679-894D-95C0CE2F3A97}" type="presParOf" srcId="{C5692E7D-40ED-4040-AB1A-D0308FB433F9}" destId="{B1A3865B-0371-48E6-B95F-EB05D2C064A8}" srcOrd="1" destOrd="0" presId="urn:microsoft.com/office/officeart/2018/2/layout/IconVerticalSolidList"/>
    <dgm:cxn modelId="{7F249C84-A079-419F-A1E7-E380DF083883}" type="presParOf" srcId="{C5692E7D-40ED-4040-AB1A-D0308FB433F9}" destId="{B8914CAA-515A-4D09-A370-77C579F85E08}" srcOrd="2" destOrd="0" presId="urn:microsoft.com/office/officeart/2018/2/layout/IconVerticalSolidList"/>
    <dgm:cxn modelId="{7AA11869-CCB9-4E61-B2D6-E4182C25D450}" type="presParOf" srcId="{C5692E7D-40ED-4040-AB1A-D0308FB433F9}" destId="{3B4EB4E8-5387-430F-BCCF-69D8D8421B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780B67-4178-4737-873E-CAA78CB38B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D7321CF-D549-4283-AA19-B7483A7C7F4C}">
      <dgm:prSet/>
      <dgm:spPr/>
      <dgm:t>
        <a:bodyPr/>
        <a:lstStyle/>
        <a:p>
          <a:r>
            <a:rPr lang="en-US"/>
            <a:t>To design and develop a scalable, web-based 3W Management System.</a:t>
          </a:r>
        </a:p>
      </dgm:t>
    </dgm:pt>
    <dgm:pt modelId="{665E42CA-EB5E-4DCC-AE14-045F489BB678}" type="parTrans" cxnId="{E9A1E503-32BE-4F4F-A411-0DCBBA95EC34}">
      <dgm:prSet/>
      <dgm:spPr/>
      <dgm:t>
        <a:bodyPr/>
        <a:lstStyle/>
        <a:p>
          <a:endParaRPr lang="en-US"/>
        </a:p>
      </dgm:t>
    </dgm:pt>
    <dgm:pt modelId="{D6F4DC3F-03F1-4932-B372-CEEB0C261365}" type="sibTrans" cxnId="{E9A1E503-32BE-4F4F-A411-0DCBBA95EC34}">
      <dgm:prSet/>
      <dgm:spPr/>
      <dgm:t>
        <a:bodyPr/>
        <a:lstStyle/>
        <a:p>
          <a:endParaRPr lang="en-US"/>
        </a:p>
      </dgm:t>
    </dgm:pt>
    <dgm:pt modelId="{16A07193-129D-4AFD-9657-2CD16342C925}">
      <dgm:prSet/>
      <dgm:spPr/>
      <dgm:t>
        <a:bodyPr/>
        <a:lstStyle/>
        <a:p>
          <a:r>
            <a:rPr lang="en-US" dirty="0"/>
            <a:t>enable structured monitoring of tasks, responsibilities, and timelines across departments.</a:t>
          </a:r>
        </a:p>
      </dgm:t>
    </dgm:pt>
    <dgm:pt modelId="{9900E7F4-04AE-4F84-9571-253280BA0CA8}" type="parTrans" cxnId="{E9A3F176-86F7-43AB-A24B-BFE899BF273A}">
      <dgm:prSet/>
      <dgm:spPr/>
      <dgm:t>
        <a:bodyPr/>
        <a:lstStyle/>
        <a:p>
          <a:endParaRPr lang="en-US"/>
        </a:p>
      </dgm:t>
    </dgm:pt>
    <dgm:pt modelId="{05E9306A-BA04-4FA2-800B-84B456CD4BCC}" type="sibTrans" cxnId="{E9A3F176-86F7-43AB-A24B-BFE899BF273A}">
      <dgm:prSet/>
      <dgm:spPr/>
      <dgm:t>
        <a:bodyPr/>
        <a:lstStyle/>
        <a:p>
          <a:endParaRPr lang="en-US"/>
        </a:p>
      </dgm:t>
    </dgm:pt>
    <dgm:pt modelId="{02E5B8E3-DDE5-49E2-A496-A72D65727418}" type="pres">
      <dgm:prSet presAssocID="{BF780B67-4178-4737-873E-CAA78CB38B9D}" presName="root" presStyleCnt="0">
        <dgm:presLayoutVars>
          <dgm:dir/>
          <dgm:resizeHandles val="exact"/>
        </dgm:presLayoutVars>
      </dgm:prSet>
      <dgm:spPr/>
    </dgm:pt>
    <dgm:pt modelId="{339181B9-6B38-4465-B04A-9C6C29401A52}" type="pres">
      <dgm:prSet presAssocID="{AD7321CF-D549-4283-AA19-B7483A7C7F4C}" presName="compNode" presStyleCnt="0"/>
      <dgm:spPr/>
    </dgm:pt>
    <dgm:pt modelId="{B8C850BE-0793-4A3E-AB2A-D04475F53B3F}" type="pres">
      <dgm:prSet presAssocID="{AD7321CF-D549-4283-AA19-B7483A7C7F4C}" presName="bgRect" presStyleLbl="bgShp" presStyleIdx="0" presStyleCnt="2"/>
      <dgm:spPr/>
    </dgm:pt>
    <dgm:pt modelId="{F367BC35-4A7D-46A1-973C-CD49D1A549C7}" type="pres">
      <dgm:prSet presAssocID="{AD7321CF-D549-4283-AA19-B7483A7C7F4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B435F7C-8760-4C36-B6C1-5F2DABD6BA88}" type="pres">
      <dgm:prSet presAssocID="{AD7321CF-D549-4283-AA19-B7483A7C7F4C}" presName="spaceRect" presStyleCnt="0"/>
      <dgm:spPr/>
    </dgm:pt>
    <dgm:pt modelId="{18BC8E69-0530-48A4-95BF-E64D603DB1EF}" type="pres">
      <dgm:prSet presAssocID="{AD7321CF-D549-4283-AA19-B7483A7C7F4C}" presName="parTx" presStyleLbl="revTx" presStyleIdx="0" presStyleCnt="2">
        <dgm:presLayoutVars>
          <dgm:chMax val="0"/>
          <dgm:chPref val="0"/>
        </dgm:presLayoutVars>
      </dgm:prSet>
      <dgm:spPr/>
    </dgm:pt>
    <dgm:pt modelId="{62152A50-355B-4A2C-845D-0C597B59FD21}" type="pres">
      <dgm:prSet presAssocID="{D6F4DC3F-03F1-4932-B372-CEEB0C261365}" presName="sibTrans" presStyleCnt="0"/>
      <dgm:spPr/>
    </dgm:pt>
    <dgm:pt modelId="{46A21C45-BA17-47AF-B7CA-3C98535E5B4E}" type="pres">
      <dgm:prSet presAssocID="{16A07193-129D-4AFD-9657-2CD16342C925}" presName="compNode" presStyleCnt="0"/>
      <dgm:spPr/>
    </dgm:pt>
    <dgm:pt modelId="{4A4F59B2-450E-4361-9464-287A6A158294}" type="pres">
      <dgm:prSet presAssocID="{16A07193-129D-4AFD-9657-2CD16342C925}" presName="bgRect" presStyleLbl="bgShp" presStyleIdx="1" presStyleCnt="2"/>
      <dgm:spPr/>
    </dgm:pt>
    <dgm:pt modelId="{9DF0C5C6-81FC-45E2-A7C1-38D50F8FAAC8}" type="pres">
      <dgm:prSet presAssocID="{16A07193-129D-4AFD-9657-2CD16342C92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334D8D3-890E-4ADF-AEE6-548DA68DEAF5}" type="pres">
      <dgm:prSet presAssocID="{16A07193-129D-4AFD-9657-2CD16342C925}" presName="spaceRect" presStyleCnt="0"/>
      <dgm:spPr/>
    </dgm:pt>
    <dgm:pt modelId="{95383054-952E-4CB3-98FD-BF80B7D2FEAF}" type="pres">
      <dgm:prSet presAssocID="{16A07193-129D-4AFD-9657-2CD16342C92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9A1E503-32BE-4F4F-A411-0DCBBA95EC34}" srcId="{BF780B67-4178-4737-873E-CAA78CB38B9D}" destId="{AD7321CF-D549-4283-AA19-B7483A7C7F4C}" srcOrd="0" destOrd="0" parTransId="{665E42CA-EB5E-4DCC-AE14-045F489BB678}" sibTransId="{D6F4DC3F-03F1-4932-B372-CEEB0C261365}"/>
    <dgm:cxn modelId="{BF809F31-EEA3-4A41-8861-C415DFA537B9}" type="presOf" srcId="{16A07193-129D-4AFD-9657-2CD16342C925}" destId="{95383054-952E-4CB3-98FD-BF80B7D2FEAF}" srcOrd="0" destOrd="0" presId="urn:microsoft.com/office/officeart/2018/2/layout/IconVerticalSolidList"/>
    <dgm:cxn modelId="{FB9EE754-8AA1-46BD-813D-4B1A94C29D0F}" type="presOf" srcId="{AD7321CF-D549-4283-AA19-B7483A7C7F4C}" destId="{18BC8E69-0530-48A4-95BF-E64D603DB1EF}" srcOrd="0" destOrd="0" presId="urn:microsoft.com/office/officeart/2018/2/layout/IconVerticalSolidList"/>
    <dgm:cxn modelId="{E9A3F176-86F7-43AB-A24B-BFE899BF273A}" srcId="{BF780B67-4178-4737-873E-CAA78CB38B9D}" destId="{16A07193-129D-4AFD-9657-2CD16342C925}" srcOrd="1" destOrd="0" parTransId="{9900E7F4-04AE-4F84-9571-253280BA0CA8}" sibTransId="{05E9306A-BA04-4FA2-800B-84B456CD4BCC}"/>
    <dgm:cxn modelId="{89D6D7C8-C6AA-406F-A51D-F34B4FB29739}" type="presOf" srcId="{BF780B67-4178-4737-873E-CAA78CB38B9D}" destId="{02E5B8E3-DDE5-49E2-A496-A72D65727418}" srcOrd="0" destOrd="0" presId="urn:microsoft.com/office/officeart/2018/2/layout/IconVerticalSolidList"/>
    <dgm:cxn modelId="{D3CF848B-BEE4-4838-88FF-EC77E47AF054}" type="presParOf" srcId="{02E5B8E3-DDE5-49E2-A496-A72D65727418}" destId="{339181B9-6B38-4465-B04A-9C6C29401A52}" srcOrd="0" destOrd="0" presId="urn:microsoft.com/office/officeart/2018/2/layout/IconVerticalSolidList"/>
    <dgm:cxn modelId="{AE6C04CA-B87D-4BF3-9079-B16EA5CCD3E9}" type="presParOf" srcId="{339181B9-6B38-4465-B04A-9C6C29401A52}" destId="{B8C850BE-0793-4A3E-AB2A-D04475F53B3F}" srcOrd="0" destOrd="0" presId="urn:microsoft.com/office/officeart/2018/2/layout/IconVerticalSolidList"/>
    <dgm:cxn modelId="{B3BD3CF3-12B6-48E4-AE80-8EFB16C3D328}" type="presParOf" srcId="{339181B9-6B38-4465-B04A-9C6C29401A52}" destId="{F367BC35-4A7D-46A1-973C-CD49D1A549C7}" srcOrd="1" destOrd="0" presId="urn:microsoft.com/office/officeart/2018/2/layout/IconVerticalSolidList"/>
    <dgm:cxn modelId="{EAE4EEBB-F03B-469A-A2C9-9B997AD3DC1D}" type="presParOf" srcId="{339181B9-6B38-4465-B04A-9C6C29401A52}" destId="{8B435F7C-8760-4C36-B6C1-5F2DABD6BA88}" srcOrd="2" destOrd="0" presId="urn:microsoft.com/office/officeart/2018/2/layout/IconVerticalSolidList"/>
    <dgm:cxn modelId="{34469E2F-AED9-489E-9858-5ED362E9F74C}" type="presParOf" srcId="{339181B9-6B38-4465-B04A-9C6C29401A52}" destId="{18BC8E69-0530-48A4-95BF-E64D603DB1EF}" srcOrd="3" destOrd="0" presId="urn:microsoft.com/office/officeart/2018/2/layout/IconVerticalSolidList"/>
    <dgm:cxn modelId="{83C4B84F-8CD1-4180-97C9-E944B4C467D9}" type="presParOf" srcId="{02E5B8E3-DDE5-49E2-A496-A72D65727418}" destId="{62152A50-355B-4A2C-845D-0C597B59FD21}" srcOrd="1" destOrd="0" presId="urn:microsoft.com/office/officeart/2018/2/layout/IconVerticalSolidList"/>
    <dgm:cxn modelId="{09580F4A-2E50-4E18-810A-4A2429408991}" type="presParOf" srcId="{02E5B8E3-DDE5-49E2-A496-A72D65727418}" destId="{46A21C45-BA17-47AF-B7CA-3C98535E5B4E}" srcOrd="2" destOrd="0" presId="urn:microsoft.com/office/officeart/2018/2/layout/IconVerticalSolidList"/>
    <dgm:cxn modelId="{2D58DB0E-C9B3-45D6-8848-DB12AFFE7A66}" type="presParOf" srcId="{46A21C45-BA17-47AF-B7CA-3C98535E5B4E}" destId="{4A4F59B2-450E-4361-9464-287A6A158294}" srcOrd="0" destOrd="0" presId="urn:microsoft.com/office/officeart/2018/2/layout/IconVerticalSolidList"/>
    <dgm:cxn modelId="{284BBD9C-6E9F-4306-9EDB-5AF45963EA70}" type="presParOf" srcId="{46A21C45-BA17-47AF-B7CA-3C98535E5B4E}" destId="{9DF0C5C6-81FC-45E2-A7C1-38D50F8FAAC8}" srcOrd="1" destOrd="0" presId="urn:microsoft.com/office/officeart/2018/2/layout/IconVerticalSolidList"/>
    <dgm:cxn modelId="{9D09B9D3-ABE0-496F-98C3-961B718115BC}" type="presParOf" srcId="{46A21C45-BA17-47AF-B7CA-3C98535E5B4E}" destId="{8334D8D3-890E-4ADF-AEE6-548DA68DEAF5}" srcOrd="2" destOrd="0" presId="urn:microsoft.com/office/officeart/2018/2/layout/IconVerticalSolidList"/>
    <dgm:cxn modelId="{3F0D6945-BD49-4785-9133-9C67B7544E42}" type="presParOf" srcId="{46A21C45-BA17-47AF-B7CA-3C98535E5B4E}" destId="{95383054-952E-4CB3-98FD-BF80B7D2FE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B3F18D-5061-491A-8DE8-0B4BA602D7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B7A56A-8B58-4333-9693-143C1E4AD092}">
      <dgm:prSet/>
      <dgm:spPr/>
      <dgm:t>
        <a:bodyPr/>
        <a:lstStyle/>
        <a:p>
          <a:r>
            <a:rPr lang="en-US" dirty="0"/>
            <a:t>Study current task management practices.</a:t>
          </a:r>
        </a:p>
      </dgm:t>
    </dgm:pt>
    <dgm:pt modelId="{2F505C25-0AAE-413F-81F9-28E09B8AA79C}" type="parTrans" cxnId="{56725701-C8B9-4EE0-A125-73995180A1AB}">
      <dgm:prSet/>
      <dgm:spPr/>
      <dgm:t>
        <a:bodyPr/>
        <a:lstStyle/>
        <a:p>
          <a:endParaRPr lang="en-US"/>
        </a:p>
      </dgm:t>
    </dgm:pt>
    <dgm:pt modelId="{DC2E772B-D19D-425C-91A2-348D36157E55}" type="sibTrans" cxnId="{56725701-C8B9-4EE0-A125-73995180A1AB}">
      <dgm:prSet/>
      <dgm:spPr/>
      <dgm:t>
        <a:bodyPr/>
        <a:lstStyle/>
        <a:p>
          <a:endParaRPr lang="en-US"/>
        </a:p>
      </dgm:t>
    </dgm:pt>
    <dgm:pt modelId="{FCD497A2-F984-457D-8C12-EADE3A1022F7}">
      <dgm:prSet/>
      <dgm:spPr/>
      <dgm:t>
        <a:bodyPr/>
        <a:lstStyle/>
        <a:p>
          <a:r>
            <a:rPr lang="en-US" dirty="0"/>
            <a:t>Identify inefficiencies and gaps.</a:t>
          </a:r>
        </a:p>
      </dgm:t>
    </dgm:pt>
    <dgm:pt modelId="{4FD7EADB-6B1B-40C1-975C-32A040CDA727}" type="parTrans" cxnId="{9D8584E3-47F5-455A-B5B1-0A630E1570FA}">
      <dgm:prSet/>
      <dgm:spPr/>
      <dgm:t>
        <a:bodyPr/>
        <a:lstStyle/>
        <a:p>
          <a:endParaRPr lang="en-US"/>
        </a:p>
      </dgm:t>
    </dgm:pt>
    <dgm:pt modelId="{D02B4AC7-9547-45CE-A166-96D43F083E81}" type="sibTrans" cxnId="{9D8584E3-47F5-455A-B5B1-0A630E1570FA}">
      <dgm:prSet/>
      <dgm:spPr/>
      <dgm:t>
        <a:bodyPr/>
        <a:lstStyle/>
        <a:p>
          <a:endParaRPr lang="en-US"/>
        </a:p>
      </dgm:t>
    </dgm:pt>
    <dgm:pt modelId="{BC55CA5D-4EF2-4FAA-8CE0-B4B67456C157}">
      <dgm:prSet/>
      <dgm:spPr/>
      <dgm:t>
        <a:bodyPr/>
        <a:lstStyle/>
        <a:p>
          <a:r>
            <a:rPr lang="en-US"/>
            <a:t>Design a 3W-centric solution</a:t>
          </a:r>
        </a:p>
      </dgm:t>
    </dgm:pt>
    <dgm:pt modelId="{F0E0A46D-E3B3-4562-991A-E89ABAA45972}" type="parTrans" cxnId="{03FD8235-BFF4-4FFD-B268-5B5D9FA348A5}">
      <dgm:prSet/>
      <dgm:spPr/>
      <dgm:t>
        <a:bodyPr/>
        <a:lstStyle/>
        <a:p>
          <a:endParaRPr lang="en-US"/>
        </a:p>
      </dgm:t>
    </dgm:pt>
    <dgm:pt modelId="{8D0B9C8B-E8CA-4ABE-B9A0-58044B0817A5}" type="sibTrans" cxnId="{03FD8235-BFF4-4FFD-B268-5B5D9FA348A5}">
      <dgm:prSet/>
      <dgm:spPr/>
      <dgm:t>
        <a:bodyPr/>
        <a:lstStyle/>
        <a:p>
          <a:endParaRPr lang="en-US"/>
        </a:p>
      </dgm:t>
    </dgm:pt>
    <dgm:pt modelId="{1F469943-F715-4C79-B014-35BC77C63FCA}">
      <dgm:prSet/>
      <dgm:spPr/>
      <dgm:t>
        <a:bodyPr/>
        <a:lstStyle/>
        <a:p>
          <a:r>
            <a:rPr lang="en-US"/>
            <a:t>Enable 3W updates, resource uploads, and notifications</a:t>
          </a:r>
        </a:p>
      </dgm:t>
    </dgm:pt>
    <dgm:pt modelId="{A658E582-A16C-432F-98A9-288450068270}" type="parTrans" cxnId="{9E5B9F38-658B-487E-9E45-895BD4711B07}">
      <dgm:prSet/>
      <dgm:spPr/>
      <dgm:t>
        <a:bodyPr/>
        <a:lstStyle/>
        <a:p>
          <a:endParaRPr lang="en-US"/>
        </a:p>
      </dgm:t>
    </dgm:pt>
    <dgm:pt modelId="{C6023F77-FED9-4EE3-B983-8B54DBCBDCFA}" type="sibTrans" cxnId="{9E5B9F38-658B-487E-9E45-895BD4711B07}">
      <dgm:prSet/>
      <dgm:spPr/>
      <dgm:t>
        <a:bodyPr/>
        <a:lstStyle/>
        <a:p>
          <a:endParaRPr lang="en-US"/>
        </a:p>
      </dgm:t>
    </dgm:pt>
    <dgm:pt modelId="{C8B70A69-9CD3-4A4D-A56B-99FD393C2D23}">
      <dgm:prSet/>
      <dgm:spPr/>
      <dgm:t>
        <a:bodyPr/>
        <a:lstStyle/>
        <a:p>
          <a:r>
            <a:rPr lang="en-US"/>
            <a:t>Deliver a user-friendly, maintainable system</a:t>
          </a:r>
        </a:p>
      </dgm:t>
    </dgm:pt>
    <dgm:pt modelId="{59C0EBB3-5E28-4830-9221-A163C9DA1D3B}" type="parTrans" cxnId="{7DEC3AEB-A30F-499B-B7B6-998ABD486C1E}">
      <dgm:prSet/>
      <dgm:spPr/>
      <dgm:t>
        <a:bodyPr/>
        <a:lstStyle/>
        <a:p>
          <a:endParaRPr lang="en-US"/>
        </a:p>
      </dgm:t>
    </dgm:pt>
    <dgm:pt modelId="{30AD1533-6885-4FD2-9DB0-6B553C7C5774}" type="sibTrans" cxnId="{7DEC3AEB-A30F-499B-B7B6-998ABD486C1E}">
      <dgm:prSet/>
      <dgm:spPr/>
      <dgm:t>
        <a:bodyPr/>
        <a:lstStyle/>
        <a:p>
          <a:endParaRPr lang="en-US"/>
        </a:p>
      </dgm:t>
    </dgm:pt>
    <dgm:pt modelId="{E75F8600-9C4C-4B97-A3C0-DA58374F678B}" type="pres">
      <dgm:prSet presAssocID="{BBB3F18D-5061-491A-8DE8-0B4BA602D79D}" presName="root" presStyleCnt="0">
        <dgm:presLayoutVars>
          <dgm:dir/>
          <dgm:resizeHandles val="exact"/>
        </dgm:presLayoutVars>
      </dgm:prSet>
      <dgm:spPr/>
    </dgm:pt>
    <dgm:pt modelId="{2EB53BFE-847B-45B3-97C8-4687EA4DB025}" type="pres">
      <dgm:prSet presAssocID="{D2B7A56A-8B58-4333-9693-143C1E4AD092}" presName="compNode" presStyleCnt="0"/>
      <dgm:spPr/>
    </dgm:pt>
    <dgm:pt modelId="{F02F515C-4254-42E2-84E1-184C94F74BF2}" type="pres">
      <dgm:prSet presAssocID="{D2B7A56A-8B58-4333-9693-143C1E4AD092}" presName="bgRect" presStyleLbl="bgShp" presStyleIdx="0" presStyleCnt="5"/>
      <dgm:spPr/>
    </dgm:pt>
    <dgm:pt modelId="{E454922E-5EA4-4B0C-AAD0-AA8364FE297C}" type="pres">
      <dgm:prSet presAssocID="{D2B7A56A-8B58-4333-9693-143C1E4AD09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1EA79F9-236B-490F-81CB-9C03D9867CFB}" type="pres">
      <dgm:prSet presAssocID="{D2B7A56A-8B58-4333-9693-143C1E4AD092}" presName="spaceRect" presStyleCnt="0"/>
      <dgm:spPr/>
    </dgm:pt>
    <dgm:pt modelId="{57CABAB7-93FA-4A55-A650-C0849696B484}" type="pres">
      <dgm:prSet presAssocID="{D2B7A56A-8B58-4333-9693-143C1E4AD092}" presName="parTx" presStyleLbl="revTx" presStyleIdx="0" presStyleCnt="5">
        <dgm:presLayoutVars>
          <dgm:chMax val="0"/>
          <dgm:chPref val="0"/>
        </dgm:presLayoutVars>
      </dgm:prSet>
      <dgm:spPr/>
    </dgm:pt>
    <dgm:pt modelId="{49B18AB3-A571-46BB-98A8-FE9D77B5F156}" type="pres">
      <dgm:prSet presAssocID="{DC2E772B-D19D-425C-91A2-348D36157E55}" presName="sibTrans" presStyleCnt="0"/>
      <dgm:spPr/>
    </dgm:pt>
    <dgm:pt modelId="{DFBE5BEA-CDDC-4B7F-AA3E-D6C11FC4D34F}" type="pres">
      <dgm:prSet presAssocID="{FCD497A2-F984-457D-8C12-EADE3A1022F7}" presName="compNode" presStyleCnt="0"/>
      <dgm:spPr/>
    </dgm:pt>
    <dgm:pt modelId="{06DA36AF-CEDE-4508-B374-DA606CC073DA}" type="pres">
      <dgm:prSet presAssocID="{FCD497A2-F984-457D-8C12-EADE3A1022F7}" presName="bgRect" presStyleLbl="bgShp" presStyleIdx="1" presStyleCnt="5"/>
      <dgm:spPr/>
    </dgm:pt>
    <dgm:pt modelId="{46EED697-32EF-42AD-A0C7-EAF1BE6D4A7C}" type="pres">
      <dgm:prSet presAssocID="{FCD497A2-F984-457D-8C12-EADE3A1022F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D7387B9-11C4-4D26-B1AF-B507719FE118}" type="pres">
      <dgm:prSet presAssocID="{FCD497A2-F984-457D-8C12-EADE3A1022F7}" presName="spaceRect" presStyleCnt="0"/>
      <dgm:spPr/>
    </dgm:pt>
    <dgm:pt modelId="{D099627D-061E-45F7-A4CE-93D245784E36}" type="pres">
      <dgm:prSet presAssocID="{FCD497A2-F984-457D-8C12-EADE3A1022F7}" presName="parTx" presStyleLbl="revTx" presStyleIdx="1" presStyleCnt="5">
        <dgm:presLayoutVars>
          <dgm:chMax val="0"/>
          <dgm:chPref val="0"/>
        </dgm:presLayoutVars>
      </dgm:prSet>
      <dgm:spPr/>
    </dgm:pt>
    <dgm:pt modelId="{B4180724-7EA4-4EDC-A7E1-7B066AAF8D06}" type="pres">
      <dgm:prSet presAssocID="{D02B4AC7-9547-45CE-A166-96D43F083E81}" presName="sibTrans" presStyleCnt="0"/>
      <dgm:spPr/>
    </dgm:pt>
    <dgm:pt modelId="{593C9419-C26E-4DC4-8086-9C14DDB584F1}" type="pres">
      <dgm:prSet presAssocID="{BC55CA5D-4EF2-4FAA-8CE0-B4B67456C157}" presName="compNode" presStyleCnt="0"/>
      <dgm:spPr/>
    </dgm:pt>
    <dgm:pt modelId="{3D093036-CF04-4495-8536-CC06E177E76D}" type="pres">
      <dgm:prSet presAssocID="{BC55CA5D-4EF2-4FAA-8CE0-B4B67456C157}" presName="bgRect" presStyleLbl="bgShp" presStyleIdx="2" presStyleCnt="5"/>
      <dgm:spPr/>
    </dgm:pt>
    <dgm:pt modelId="{3E0A383B-0746-49A8-9350-97EDE554FA3B}" type="pres">
      <dgm:prSet presAssocID="{BC55CA5D-4EF2-4FAA-8CE0-B4B67456C15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D94AD71-934F-4629-BD0A-3C09097E1201}" type="pres">
      <dgm:prSet presAssocID="{BC55CA5D-4EF2-4FAA-8CE0-B4B67456C157}" presName="spaceRect" presStyleCnt="0"/>
      <dgm:spPr/>
    </dgm:pt>
    <dgm:pt modelId="{8033964D-27B7-496E-99D2-70099411EBFB}" type="pres">
      <dgm:prSet presAssocID="{BC55CA5D-4EF2-4FAA-8CE0-B4B67456C157}" presName="parTx" presStyleLbl="revTx" presStyleIdx="2" presStyleCnt="5">
        <dgm:presLayoutVars>
          <dgm:chMax val="0"/>
          <dgm:chPref val="0"/>
        </dgm:presLayoutVars>
      </dgm:prSet>
      <dgm:spPr/>
    </dgm:pt>
    <dgm:pt modelId="{7FE3A2F5-10BA-4D87-B7EE-02E8322E63EB}" type="pres">
      <dgm:prSet presAssocID="{8D0B9C8B-E8CA-4ABE-B9A0-58044B0817A5}" presName="sibTrans" presStyleCnt="0"/>
      <dgm:spPr/>
    </dgm:pt>
    <dgm:pt modelId="{25A6C431-10EA-45B1-BF42-6DB29D711625}" type="pres">
      <dgm:prSet presAssocID="{1F469943-F715-4C79-B014-35BC77C63FCA}" presName="compNode" presStyleCnt="0"/>
      <dgm:spPr/>
    </dgm:pt>
    <dgm:pt modelId="{3FE6854B-8366-4814-94DD-AC479FDD79F3}" type="pres">
      <dgm:prSet presAssocID="{1F469943-F715-4C79-B014-35BC77C63FCA}" presName="bgRect" presStyleLbl="bgShp" presStyleIdx="3" presStyleCnt="5"/>
      <dgm:spPr/>
    </dgm:pt>
    <dgm:pt modelId="{7420ECCC-7543-47B4-B8ED-09A9A49A17B9}" type="pres">
      <dgm:prSet presAssocID="{1F469943-F715-4C79-B014-35BC77C63FC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A4D1E289-B8D1-4E41-A112-DC99C6BEFA71}" type="pres">
      <dgm:prSet presAssocID="{1F469943-F715-4C79-B014-35BC77C63FCA}" presName="spaceRect" presStyleCnt="0"/>
      <dgm:spPr/>
    </dgm:pt>
    <dgm:pt modelId="{385AAEDC-77A6-410F-80AF-A097063E62F2}" type="pres">
      <dgm:prSet presAssocID="{1F469943-F715-4C79-B014-35BC77C63FCA}" presName="parTx" presStyleLbl="revTx" presStyleIdx="3" presStyleCnt="5">
        <dgm:presLayoutVars>
          <dgm:chMax val="0"/>
          <dgm:chPref val="0"/>
        </dgm:presLayoutVars>
      </dgm:prSet>
      <dgm:spPr/>
    </dgm:pt>
    <dgm:pt modelId="{CCA687C9-27DB-4117-A93C-D073356625AE}" type="pres">
      <dgm:prSet presAssocID="{C6023F77-FED9-4EE3-B983-8B54DBCBDCFA}" presName="sibTrans" presStyleCnt="0"/>
      <dgm:spPr/>
    </dgm:pt>
    <dgm:pt modelId="{532D49CB-FCB7-4496-99F2-8C7D8B79AFEE}" type="pres">
      <dgm:prSet presAssocID="{C8B70A69-9CD3-4A4D-A56B-99FD393C2D23}" presName="compNode" presStyleCnt="0"/>
      <dgm:spPr/>
    </dgm:pt>
    <dgm:pt modelId="{EDB535D0-67B1-4A65-A8EC-A6EC9E93FB45}" type="pres">
      <dgm:prSet presAssocID="{C8B70A69-9CD3-4A4D-A56B-99FD393C2D23}" presName="bgRect" presStyleLbl="bgShp" presStyleIdx="4" presStyleCnt="5"/>
      <dgm:spPr/>
    </dgm:pt>
    <dgm:pt modelId="{8D3960DA-67C8-4DD2-960E-03FBBA5E2037}" type="pres">
      <dgm:prSet presAssocID="{C8B70A69-9CD3-4A4D-A56B-99FD393C2D2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CF3C5C3-03F6-457A-9184-E899B26CC842}" type="pres">
      <dgm:prSet presAssocID="{C8B70A69-9CD3-4A4D-A56B-99FD393C2D23}" presName="spaceRect" presStyleCnt="0"/>
      <dgm:spPr/>
    </dgm:pt>
    <dgm:pt modelId="{C56C1362-D287-4171-A466-612089CBCECE}" type="pres">
      <dgm:prSet presAssocID="{C8B70A69-9CD3-4A4D-A56B-99FD393C2D2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6725701-C8B9-4EE0-A125-73995180A1AB}" srcId="{BBB3F18D-5061-491A-8DE8-0B4BA602D79D}" destId="{D2B7A56A-8B58-4333-9693-143C1E4AD092}" srcOrd="0" destOrd="0" parTransId="{2F505C25-0AAE-413F-81F9-28E09B8AA79C}" sibTransId="{DC2E772B-D19D-425C-91A2-348D36157E55}"/>
    <dgm:cxn modelId="{5AD9211E-A25B-45AA-9024-C050398E292B}" type="presOf" srcId="{C8B70A69-9CD3-4A4D-A56B-99FD393C2D23}" destId="{C56C1362-D287-4171-A466-612089CBCECE}" srcOrd="0" destOrd="0" presId="urn:microsoft.com/office/officeart/2018/2/layout/IconVerticalSolidList"/>
    <dgm:cxn modelId="{CAD1B621-D306-4096-8465-D15EF0D128B4}" type="presOf" srcId="{D2B7A56A-8B58-4333-9693-143C1E4AD092}" destId="{57CABAB7-93FA-4A55-A650-C0849696B484}" srcOrd="0" destOrd="0" presId="urn:microsoft.com/office/officeart/2018/2/layout/IconVerticalSolidList"/>
    <dgm:cxn modelId="{1C553C2D-8CC9-48D8-856A-DC84C5C461B6}" type="presOf" srcId="{BC55CA5D-4EF2-4FAA-8CE0-B4B67456C157}" destId="{8033964D-27B7-496E-99D2-70099411EBFB}" srcOrd="0" destOrd="0" presId="urn:microsoft.com/office/officeart/2018/2/layout/IconVerticalSolidList"/>
    <dgm:cxn modelId="{03FD8235-BFF4-4FFD-B268-5B5D9FA348A5}" srcId="{BBB3F18D-5061-491A-8DE8-0B4BA602D79D}" destId="{BC55CA5D-4EF2-4FAA-8CE0-B4B67456C157}" srcOrd="2" destOrd="0" parTransId="{F0E0A46D-E3B3-4562-991A-E89ABAA45972}" sibTransId="{8D0B9C8B-E8CA-4ABE-B9A0-58044B0817A5}"/>
    <dgm:cxn modelId="{9E5B9F38-658B-487E-9E45-895BD4711B07}" srcId="{BBB3F18D-5061-491A-8DE8-0B4BA602D79D}" destId="{1F469943-F715-4C79-B014-35BC77C63FCA}" srcOrd="3" destOrd="0" parTransId="{A658E582-A16C-432F-98A9-288450068270}" sibTransId="{C6023F77-FED9-4EE3-B983-8B54DBCBDCFA}"/>
    <dgm:cxn modelId="{38483765-DF3F-4ED3-97D1-0E25C8BAA5AF}" type="presOf" srcId="{BBB3F18D-5061-491A-8DE8-0B4BA602D79D}" destId="{E75F8600-9C4C-4B97-A3C0-DA58374F678B}" srcOrd="0" destOrd="0" presId="urn:microsoft.com/office/officeart/2018/2/layout/IconVerticalSolidList"/>
    <dgm:cxn modelId="{16F91E69-CF71-4BAF-941F-4E1DAEC9F29C}" type="presOf" srcId="{FCD497A2-F984-457D-8C12-EADE3A1022F7}" destId="{D099627D-061E-45F7-A4CE-93D245784E36}" srcOrd="0" destOrd="0" presId="urn:microsoft.com/office/officeart/2018/2/layout/IconVerticalSolidList"/>
    <dgm:cxn modelId="{9D8584E3-47F5-455A-B5B1-0A630E1570FA}" srcId="{BBB3F18D-5061-491A-8DE8-0B4BA602D79D}" destId="{FCD497A2-F984-457D-8C12-EADE3A1022F7}" srcOrd="1" destOrd="0" parTransId="{4FD7EADB-6B1B-40C1-975C-32A040CDA727}" sibTransId="{D02B4AC7-9547-45CE-A166-96D43F083E81}"/>
    <dgm:cxn modelId="{7DEC3AEB-A30F-499B-B7B6-998ABD486C1E}" srcId="{BBB3F18D-5061-491A-8DE8-0B4BA602D79D}" destId="{C8B70A69-9CD3-4A4D-A56B-99FD393C2D23}" srcOrd="4" destOrd="0" parTransId="{59C0EBB3-5E28-4830-9221-A163C9DA1D3B}" sibTransId="{30AD1533-6885-4FD2-9DB0-6B553C7C5774}"/>
    <dgm:cxn modelId="{BEB121F9-BC65-46E2-ACD3-005C3170EFA5}" type="presOf" srcId="{1F469943-F715-4C79-B014-35BC77C63FCA}" destId="{385AAEDC-77A6-410F-80AF-A097063E62F2}" srcOrd="0" destOrd="0" presId="urn:microsoft.com/office/officeart/2018/2/layout/IconVerticalSolidList"/>
    <dgm:cxn modelId="{A044B5D0-CFA5-4097-913F-A3BC92060A3E}" type="presParOf" srcId="{E75F8600-9C4C-4B97-A3C0-DA58374F678B}" destId="{2EB53BFE-847B-45B3-97C8-4687EA4DB025}" srcOrd="0" destOrd="0" presId="urn:microsoft.com/office/officeart/2018/2/layout/IconVerticalSolidList"/>
    <dgm:cxn modelId="{A127DD8B-862A-4CA7-818E-35C022B57918}" type="presParOf" srcId="{2EB53BFE-847B-45B3-97C8-4687EA4DB025}" destId="{F02F515C-4254-42E2-84E1-184C94F74BF2}" srcOrd="0" destOrd="0" presId="urn:microsoft.com/office/officeart/2018/2/layout/IconVerticalSolidList"/>
    <dgm:cxn modelId="{2CF2A09F-37D4-4916-BFF3-B03501E5BB41}" type="presParOf" srcId="{2EB53BFE-847B-45B3-97C8-4687EA4DB025}" destId="{E454922E-5EA4-4B0C-AAD0-AA8364FE297C}" srcOrd="1" destOrd="0" presId="urn:microsoft.com/office/officeart/2018/2/layout/IconVerticalSolidList"/>
    <dgm:cxn modelId="{B765E0BD-7A60-482D-AC52-7D3FF275F04C}" type="presParOf" srcId="{2EB53BFE-847B-45B3-97C8-4687EA4DB025}" destId="{11EA79F9-236B-490F-81CB-9C03D9867CFB}" srcOrd="2" destOrd="0" presId="urn:microsoft.com/office/officeart/2018/2/layout/IconVerticalSolidList"/>
    <dgm:cxn modelId="{09663421-5D2A-46C0-896E-DA1668EBD901}" type="presParOf" srcId="{2EB53BFE-847B-45B3-97C8-4687EA4DB025}" destId="{57CABAB7-93FA-4A55-A650-C0849696B484}" srcOrd="3" destOrd="0" presId="urn:microsoft.com/office/officeart/2018/2/layout/IconVerticalSolidList"/>
    <dgm:cxn modelId="{6EFF20F2-7F7A-4B57-855F-CB0497AC6E23}" type="presParOf" srcId="{E75F8600-9C4C-4B97-A3C0-DA58374F678B}" destId="{49B18AB3-A571-46BB-98A8-FE9D77B5F156}" srcOrd="1" destOrd="0" presId="urn:microsoft.com/office/officeart/2018/2/layout/IconVerticalSolidList"/>
    <dgm:cxn modelId="{DC8557C9-B1B2-47BA-A0CA-9D358113BD01}" type="presParOf" srcId="{E75F8600-9C4C-4B97-A3C0-DA58374F678B}" destId="{DFBE5BEA-CDDC-4B7F-AA3E-D6C11FC4D34F}" srcOrd="2" destOrd="0" presId="urn:microsoft.com/office/officeart/2018/2/layout/IconVerticalSolidList"/>
    <dgm:cxn modelId="{FF77001C-12EF-447F-B7E9-756DDB0816CC}" type="presParOf" srcId="{DFBE5BEA-CDDC-4B7F-AA3E-D6C11FC4D34F}" destId="{06DA36AF-CEDE-4508-B374-DA606CC073DA}" srcOrd="0" destOrd="0" presId="urn:microsoft.com/office/officeart/2018/2/layout/IconVerticalSolidList"/>
    <dgm:cxn modelId="{397CD184-F4E2-40B0-9EFB-7DF58598D0F1}" type="presParOf" srcId="{DFBE5BEA-CDDC-4B7F-AA3E-D6C11FC4D34F}" destId="{46EED697-32EF-42AD-A0C7-EAF1BE6D4A7C}" srcOrd="1" destOrd="0" presId="urn:microsoft.com/office/officeart/2018/2/layout/IconVerticalSolidList"/>
    <dgm:cxn modelId="{EA1BEF55-C7C2-4586-9CDF-02A6419CC9FB}" type="presParOf" srcId="{DFBE5BEA-CDDC-4B7F-AA3E-D6C11FC4D34F}" destId="{8D7387B9-11C4-4D26-B1AF-B507719FE118}" srcOrd="2" destOrd="0" presId="urn:microsoft.com/office/officeart/2018/2/layout/IconVerticalSolidList"/>
    <dgm:cxn modelId="{3010D906-8B87-4D94-AC87-2DCF9953B1DE}" type="presParOf" srcId="{DFBE5BEA-CDDC-4B7F-AA3E-D6C11FC4D34F}" destId="{D099627D-061E-45F7-A4CE-93D245784E36}" srcOrd="3" destOrd="0" presId="urn:microsoft.com/office/officeart/2018/2/layout/IconVerticalSolidList"/>
    <dgm:cxn modelId="{71310104-8B0E-432C-A880-1B810C32EED6}" type="presParOf" srcId="{E75F8600-9C4C-4B97-A3C0-DA58374F678B}" destId="{B4180724-7EA4-4EDC-A7E1-7B066AAF8D06}" srcOrd="3" destOrd="0" presId="urn:microsoft.com/office/officeart/2018/2/layout/IconVerticalSolidList"/>
    <dgm:cxn modelId="{CE75EE8E-BB71-434B-9A9B-F582202F178F}" type="presParOf" srcId="{E75F8600-9C4C-4B97-A3C0-DA58374F678B}" destId="{593C9419-C26E-4DC4-8086-9C14DDB584F1}" srcOrd="4" destOrd="0" presId="urn:microsoft.com/office/officeart/2018/2/layout/IconVerticalSolidList"/>
    <dgm:cxn modelId="{E2B69309-490B-418C-BEAD-5EE14D52F3B7}" type="presParOf" srcId="{593C9419-C26E-4DC4-8086-9C14DDB584F1}" destId="{3D093036-CF04-4495-8536-CC06E177E76D}" srcOrd="0" destOrd="0" presId="urn:microsoft.com/office/officeart/2018/2/layout/IconVerticalSolidList"/>
    <dgm:cxn modelId="{D18E2223-C353-4C53-AF1B-CE5596219A80}" type="presParOf" srcId="{593C9419-C26E-4DC4-8086-9C14DDB584F1}" destId="{3E0A383B-0746-49A8-9350-97EDE554FA3B}" srcOrd="1" destOrd="0" presId="urn:microsoft.com/office/officeart/2018/2/layout/IconVerticalSolidList"/>
    <dgm:cxn modelId="{BA2BF375-C181-4F2A-8C05-D40B6E7A5C56}" type="presParOf" srcId="{593C9419-C26E-4DC4-8086-9C14DDB584F1}" destId="{AD94AD71-934F-4629-BD0A-3C09097E1201}" srcOrd="2" destOrd="0" presId="urn:microsoft.com/office/officeart/2018/2/layout/IconVerticalSolidList"/>
    <dgm:cxn modelId="{8268FCE6-C7DB-41E6-9222-661CCFC8F5D5}" type="presParOf" srcId="{593C9419-C26E-4DC4-8086-9C14DDB584F1}" destId="{8033964D-27B7-496E-99D2-70099411EBFB}" srcOrd="3" destOrd="0" presId="urn:microsoft.com/office/officeart/2018/2/layout/IconVerticalSolidList"/>
    <dgm:cxn modelId="{76A67EEB-CEBA-44F3-BD00-0F2BADFB529F}" type="presParOf" srcId="{E75F8600-9C4C-4B97-A3C0-DA58374F678B}" destId="{7FE3A2F5-10BA-4D87-B7EE-02E8322E63EB}" srcOrd="5" destOrd="0" presId="urn:microsoft.com/office/officeart/2018/2/layout/IconVerticalSolidList"/>
    <dgm:cxn modelId="{8FC42AE5-BEF6-44CD-9BB9-2596B6E860EC}" type="presParOf" srcId="{E75F8600-9C4C-4B97-A3C0-DA58374F678B}" destId="{25A6C431-10EA-45B1-BF42-6DB29D711625}" srcOrd="6" destOrd="0" presId="urn:microsoft.com/office/officeart/2018/2/layout/IconVerticalSolidList"/>
    <dgm:cxn modelId="{6C875315-D803-4569-9D80-DC2333D82D0E}" type="presParOf" srcId="{25A6C431-10EA-45B1-BF42-6DB29D711625}" destId="{3FE6854B-8366-4814-94DD-AC479FDD79F3}" srcOrd="0" destOrd="0" presId="urn:microsoft.com/office/officeart/2018/2/layout/IconVerticalSolidList"/>
    <dgm:cxn modelId="{34E68B50-7D5E-46DA-9244-C611F3501157}" type="presParOf" srcId="{25A6C431-10EA-45B1-BF42-6DB29D711625}" destId="{7420ECCC-7543-47B4-B8ED-09A9A49A17B9}" srcOrd="1" destOrd="0" presId="urn:microsoft.com/office/officeart/2018/2/layout/IconVerticalSolidList"/>
    <dgm:cxn modelId="{2314E219-57CD-47CE-A4F9-EFD8CBC4DAE0}" type="presParOf" srcId="{25A6C431-10EA-45B1-BF42-6DB29D711625}" destId="{A4D1E289-B8D1-4E41-A112-DC99C6BEFA71}" srcOrd="2" destOrd="0" presId="urn:microsoft.com/office/officeart/2018/2/layout/IconVerticalSolidList"/>
    <dgm:cxn modelId="{33B1E2F9-1A39-4FFF-B048-6E7D132280CE}" type="presParOf" srcId="{25A6C431-10EA-45B1-BF42-6DB29D711625}" destId="{385AAEDC-77A6-410F-80AF-A097063E62F2}" srcOrd="3" destOrd="0" presId="urn:microsoft.com/office/officeart/2018/2/layout/IconVerticalSolidList"/>
    <dgm:cxn modelId="{9ED0F975-81E6-4DB4-AF4D-A6ECA5686F45}" type="presParOf" srcId="{E75F8600-9C4C-4B97-A3C0-DA58374F678B}" destId="{CCA687C9-27DB-4117-A93C-D073356625AE}" srcOrd="7" destOrd="0" presId="urn:microsoft.com/office/officeart/2018/2/layout/IconVerticalSolidList"/>
    <dgm:cxn modelId="{9ADF57DC-D799-4EB6-BA34-930001981C3C}" type="presParOf" srcId="{E75F8600-9C4C-4B97-A3C0-DA58374F678B}" destId="{532D49CB-FCB7-4496-99F2-8C7D8B79AFEE}" srcOrd="8" destOrd="0" presId="urn:microsoft.com/office/officeart/2018/2/layout/IconVerticalSolidList"/>
    <dgm:cxn modelId="{1027F602-E86C-40D1-84C3-E23CDBBE755B}" type="presParOf" srcId="{532D49CB-FCB7-4496-99F2-8C7D8B79AFEE}" destId="{EDB535D0-67B1-4A65-A8EC-A6EC9E93FB45}" srcOrd="0" destOrd="0" presId="urn:microsoft.com/office/officeart/2018/2/layout/IconVerticalSolidList"/>
    <dgm:cxn modelId="{D40ECA4D-8F20-4260-988B-FFECB9AB6AE5}" type="presParOf" srcId="{532D49CB-FCB7-4496-99F2-8C7D8B79AFEE}" destId="{8D3960DA-67C8-4DD2-960E-03FBBA5E2037}" srcOrd="1" destOrd="0" presId="urn:microsoft.com/office/officeart/2018/2/layout/IconVerticalSolidList"/>
    <dgm:cxn modelId="{3E6776D5-FFD0-4A6C-9F53-95A809C9D40A}" type="presParOf" srcId="{532D49CB-FCB7-4496-99F2-8C7D8B79AFEE}" destId="{0CF3C5C3-03F6-457A-9184-E899B26CC842}" srcOrd="2" destOrd="0" presId="urn:microsoft.com/office/officeart/2018/2/layout/IconVerticalSolidList"/>
    <dgm:cxn modelId="{AE3C6350-B455-4765-903F-B3A8BDCE316F}" type="presParOf" srcId="{532D49CB-FCB7-4496-99F2-8C7D8B79AFEE}" destId="{C56C1362-D287-4171-A466-612089CBCE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AD06B3-327F-413F-B789-DBE75EA9CF0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4A42E69-FEDE-4D79-867A-6C4D8E8EDB27}">
      <dgm:prSet/>
      <dgm:spPr/>
      <dgm:t>
        <a:bodyPr/>
        <a:lstStyle/>
        <a:p>
          <a:r>
            <a:rPr lang="en-US"/>
            <a:t>3W = What, When, Who</a:t>
          </a:r>
        </a:p>
      </dgm:t>
    </dgm:pt>
    <dgm:pt modelId="{8959969F-FA1A-4EE4-BDBF-94798F6FC0C6}" type="parTrans" cxnId="{B8BD4C45-F9A1-4A13-A41F-6E9B5DCC8C16}">
      <dgm:prSet/>
      <dgm:spPr/>
      <dgm:t>
        <a:bodyPr/>
        <a:lstStyle/>
        <a:p>
          <a:endParaRPr lang="en-US"/>
        </a:p>
      </dgm:t>
    </dgm:pt>
    <dgm:pt modelId="{B3448E36-0D7B-428E-89AF-3410F99A43EE}" type="sibTrans" cxnId="{B8BD4C45-F9A1-4A13-A41F-6E9B5DCC8C16}">
      <dgm:prSet/>
      <dgm:spPr/>
      <dgm:t>
        <a:bodyPr/>
        <a:lstStyle/>
        <a:p>
          <a:endParaRPr lang="en-US"/>
        </a:p>
      </dgm:t>
    </dgm:pt>
    <dgm:pt modelId="{2226ACE6-07F3-4C87-802B-BC9F435D439F}">
      <dgm:prSet/>
      <dgm:spPr/>
      <dgm:t>
        <a:bodyPr/>
        <a:lstStyle/>
        <a:p>
          <a:r>
            <a:rPr lang="en-US"/>
            <a:t>WHAT: Task Description</a:t>
          </a:r>
        </a:p>
      </dgm:t>
    </dgm:pt>
    <dgm:pt modelId="{43F79C8C-A3A3-448C-A51F-76CA710065F5}" type="parTrans" cxnId="{5C0E69CF-DBA6-4289-86AE-CF638B164108}">
      <dgm:prSet/>
      <dgm:spPr/>
      <dgm:t>
        <a:bodyPr/>
        <a:lstStyle/>
        <a:p>
          <a:endParaRPr lang="en-US"/>
        </a:p>
      </dgm:t>
    </dgm:pt>
    <dgm:pt modelId="{B32CAE2A-0496-4E85-B8E9-191E28204899}" type="sibTrans" cxnId="{5C0E69CF-DBA6-4289-86AE-CF638B164108}">
      <dgm:prSet/>
      <dgm:spPr/>
      <dgm:t>
        <a:bodyPr/>
        <a:lstStyle/>
        <a:p>
          <a:endParaRPr lang="en-US"/>
        </a:p>
      </dgm:t>
    </dgm:pt>
    <dgm:pt modelId="{FC9C1CF0-7FB9-42C1-A339-DBF1D69A412A}">
      <dgm:prSet/>
      <dgm:spPr/>
      <dgm:t>
        <a:bodyPr/>
        <a:lstStyle/>
        <a:p>
          <a:r>
            <a:rPr lang="en-US"/>
            <a:t>WHEN: Due or Completion Date</a:t>
          </a:r>
        </a:p>
      </dgm:t>
    </dgm:pt>
    <dgm:pt modelId="{678A41E4-59FC-4FF0-AA5E-A29774F1B5E5}" type="parTrans" cxnId="{D372BC4F-2F88-49A9-9A2E-A16CBEB9F48F}">
      <dgm:prSet/>
      <dgm:spPr/>
      <dgm:t>
        <a:bodyPr/>
        <a:lstStyle/>
        <a:p>
          <a:endParaRPr lang="en-US"/>
        </a:p>
      </dgm:t>
    </dgm:pt>
    <dgm:pt modelId="{19C1A3DC-A094-48E5-9913-7D7886D16B81}" type="sibTrans" cxnId="{D372BC4F-2F88-49A9-9A2E-A16CBEB9F48F}">
      <dgm:prSet/>
      <dgm:spPr/>
      <dgm:t>
        <a:bodyPr/>
        <a:lstStyle/>
        <a:p>
          <a:endParaRPr lang="en-US"/>
        </a:p>
      </dgm:t>
    </dgm:pt>
    <dgm:pt modelId="{D8BBAF0A-6A9C-492D-8024-B878A389AA22}">
      <dgm:prSet/>
      <dgm:spPr/>
      <dgm:t>
        <a:bodyPr/>
        <a:lstStyle/>
        <a:p>
          <a:r>
            <a:rPr lang="en-US"/>
            <a:t>WHO: Responsible Person</a:t>
          </a:r>
        </a:p>
      </dgm:t>
    </dgm:pt>
    <dgm:pt modelId="{60F21000-E7C3-4455-8560-54F6CE8BB1F4}" type="parTrans" cxnId="{3703E44C-544C-4B4A-8AEE-61038E2D5DCA}">
      <dgm:prSet/>
      <dgm:spPr/>
      <dgm:t>
        <a:bodyPr/>
        <a:lstStyle/>
        <a:p>
          <a:endParaRPr lang="en-US"/>
        </a:p>
      </dgm:t>
    </dgm:pt>
    <dgm:pt modelId="{9B8ED00A-986D-447C-B20B-7FC667BA7BB8}" type="sibTrans" cxnId="{3703E44C-544C-4B4A-8AEE-61038E2D5DCA}">
      <dgm:prSet/>
      <dgm:spPr/>
      <dgm:t>
        <a:bodyPr/>
        <a:lstStyle/>
        <a:p>
          <a:endParaRPr lang="en-US"/>
        </a:p>
      </dgm:t>
    </dgm:pt>
    <dgm:pt modelId="{60EF8B69-74FB-465B-9971-F418F77C2146}">
      <dgm:prSet/>
      <dgm:spPr/>
      <dgm:t>
        <a:bodyPr/>
        <a:lstStyle/>
        <a:p>
          <a:r>
            <a:rPr lang="en-US"/>
            <a:t>Used to track accountability, timelines, and ownership in teams</a:t>
          </a:r>
        </a:p>
      </dgm:t>
    </dgm:pt>
    <dgm:pt modelId="{ECA16A38-0D4D-4055-B4CE-0EC63B9BE842}" type="parTrans" cxnId="{27DD698A-A7B0-4FF4-B3F9-ACCEABE25303}">
      <dgm:prSet/>
      <dgm:spPr/>
      <dgm:t>
        <a:bodyPr/>
        <a:lstStyle/>
        <a:p>
          <a:endParaRPr lang="en-US"/>
        </a:p>
      </dgm:t>
    </dgm:pt>
    <dgm:pt modelId="{F9109BDD-8535-4D37-A9D9-67EB13E012F3}" type="sibTrans" cxnId="{27DD698A-A7B0-4FF4-B3F9-ACCEABE25303}">
      <dgm:prSet/>
      <dgm:spPr/>
      <dgm:t>
        <a:bodyPr/>
        <a:lstStyle/>
        <a:p>
          <a:endParaRPr lang="en-US"/>
        </a:p>
      </dgm:t>
    </dgm:pt>
    <dgm:pt modelId="{56A32822-811C-4FB6-90A3-75786265D063}" type="pres">
      <dgm:prSet presAssocID="{C6AD06B3-327F-413F-B789-DBE75EA9CF00}" presName="vert0" presStyleCnt="0">
        <dgm:presLayoutVars>
          <dgm:dir/>
          <dgm:animOne val="branch"/>
          <dgm:animLvl val="lvl"/>
        </dgm:presLayoutVars>
      </dgm:prSet>
      <dgm:spPr/>
    </dgm:pt>
    <dgm:pt modelId="{D60C033D-C071-4800-AAE7-7AAC4B92C9D8}" type="pres">
      <dgm:prSet presAssocID="{94A42E69-FEDE-4D79-867A-6C4D8E8EDB27}" presName="thickLine" presStyleLbl="alignNode1" presStyleIdx="0" presStyleCnt="5"/>
      <dgm:spPr/>
    </dgm:pt>
    <dgm:pt modelId="{FD91B617-4E30-470A-9F85-EFECD876E88F}" type="pres">
      <dgm:prSet presAssocID="{94A42E69-FEDE-4D79-867A-6C4D8E8EDB27}" presName="horz1" presStyleCnt="0"/>
      <dgm:spPr/>
    </dgm:pt>
    <dgm:pt modelId="{06460593-F2AE-4712-B363-9A9E34ED3620}" type="pres">
      <dgm:prSet presAssocID="{94A42E69-FEDE-4D79-867A-6C4D8E8EDB27}" presName="tx1" presStyleLbl="revTx" presStyleIdx="0" presStyleCnt="5"/>
      <dgm:spPr/>
    </dgm:pt>
    <dgm:pt modelId="{0053D275-AA6A-4700-B70F-9FC31D6B26E1}" type="pres">
      <dgm:prSet presAssocID="{94A42E69-FEDE-4D79-867A-6C4D8E8EDB27}" presName="vert1" presStyleCnt="0"/>
      <dgm:spPr/>
    </dgm:pt>
    <dgm:pt modelId="{DA901B93-0E8A-4D70-BA60-3B7CD96301F7}" type="pres">
      <dgm:prSet presAssocID="{2226ACE6-07F3-4C87-802B-BC9F435D439F}" presName="thickLine" presStyleLbl="alignNode1" presStyleIdx="1" presStyleCnt="5"/>
      <dgm:spPr/>
    </dgm:pt>
    <dgm:pt modelId="{0239315E-CC6E-42FE-B5A7-5BB95DA08C64}" type="pres">
      <dgm:prSet presAssocID="{2226ACE6-07F3-4C87-802B-BC9F435D439F}" presName="horz1" presStyleCnt="0"/>
      <dgm:spPr/>
    </dgm:pt>
    <dgm:pt modelId="{F87C487A-73B8-42BC-99AE-D77BABCD06E8}" type="pres">
      <dgm:prSet presAssocID="{2226ACE6-07F3-4C87-802B-BC9F435D439F}" presName="tx1" presStyleLbl="revTx" presStyleIdx="1" presStyleCnt="5"/>
      <dgm:spPr/>
    </dgm:pt>
    <dgm:pt modelId="{2379AE26-2BF0-4FD3-B27E-82274606E521}" type="pres">
      <dgm:prSet presAssocID="{2226ACE6-07F3-4C87-802B-BC9F435D439F}" presName="vert1" presStyleCnt="0"/>
      <dgm:spPr/>
    </dgm:pt>
    <dgm:pt modelId="{33D7C260-EE7E-48D4-A0F0-500508FD902B}" type="pres">
      <dgm:prSet presAssocID="{FC9C1CF0-7FB9-42C1-A339-DBF1D69A412A}" presName="thickLine" presStyleLbl="alignNode1" presStyleIdx="2" presStyleCnt="5"/>
      <dgm:spPr/>
    </dgm:pt>
    <dgm:pt modelId="{C545C7C7-795F-48B1-9DD1-B66D64735926}" type="pres">
      <dgm:prSet presAssocID="{FC9C1CF0-7FB9-42C1-A339-DBF1D69A412A}" presName="horz1" presStyleCnt="0"/>
      <dgm:spPr/>
    </dgm:pt>
    <dgm:pt modelId="{B565D01D-446C-4EFD-959D-901B4FF32DAA}" type="pres">
      <dgm:prSet presAssocID="{FC9C1CF0-7FB9-42C1-A339-DBF1D69A412A}" presName="tx1" presStyleLbl="revTx" presStyleIdx="2" presStyleCnt="5"/>
      <dgm:spPr/>
    </dgm:pt>
    <dgm:pt modelId="{5027961E-6419-4894-9C29-48A46C8A0638}" type="pres">
      <dgm:prSet presAssocID="{FC9C1CF0-7FB9-42C1-A339-DBF1D69A412A}" presName="vert1" presStyleCnt="0"/>
      <dgm:spPr/>
    </dgm:pt>
    <dgm:pt modelId="{1C89835D-B103-4456-A07D-382D6AE6C624}" type="pres">
      <dgm:prSet presAssocID="{D8BBAF0A-6A9C-492D-8024-B878A389AA22}" presName="thickLine" presStyleLbl="alignNode1" presStyleIdx="3" presStyleCnt="5"/>
      <dgm:spPr/>
    </dgm:pt>
    <dgm:pt modelId="{94EB9134-AE03-45F8-BB83-2539B7460AC3}" type="pres">
      <dgm:prSet presAssocID="{D8BBAF0A-6A9C-492D-8024-B878A389AA22}" presName="horz1" presStyleCnt="0"/>
      <dgm:spPr/>
    </dgm:pt>
    <dgm:pt modelId="{1F5F0A13-6873-4660-9CA8-9EF8A12D9C58}" type="pres">
      <dgm:prSet presAssocID="{D8BBAF0A-6A9C-492D-8024-B878A389AA22}" presName="tx1" presStyleLbl="revTx" presStyleIdx="3" presStyleCnt="5"/>
      <dgm:spPr/>
    </dgm:pt>
    <dgm:pt modelId="{3CA3CCF8-12B3-4315-AF8E-EA823F106F1A}" type="pres">
      <dgm:prSet presAssocID="{D8BBAF0A-6A9C-492D-8024-B878A389AA22}" presName="vert1" presStyleCnt="0"/>
      <dgm:spPr/>
    </dgm:pt>
    <dgm:pt modelId="{72AEB5B1-2C1B-45D3-AB09-6BE889D9370E}" type="pres">
      <dgm:prSet presAssocID="{60EF8B69-74FB-465B-9971-F418F77C2146}" presName="thickLine" presStyleLbl="alignNode1" presStyleIdx="4" presStyleCnt="5"/>
      <dgm:spPr/>
    </dgm:pt>
    <dgm:pt modelId="{0046385B-818D-448A-B5F7-6EABB3703D0D}" type="pres">
      <dgm:prSet presAssocID="{60EF8B69-74FB-465B-9971-F418F77C2146}" presName="horz1" presStyleCnt="0"/>
      <dgm:spPr/>
    </dgm:pt>
    <dgm:pt modelId="{459E1A91-4C50-4C78-A688-061AA3F3F136}" type="pres">
      <dgm:prSet presAssocID="{60EF8B69-74FB-465B-9971-F418F77C2146}" presName="tx1" presStyleLbl="revTx" presStyleIdx="4" presStyleCnt="5"/>
      <dgm:spPr/>
    </dgm:pt>
    <dgm:pt modelId="{C8269C21-A49F-4694-AD4D-C7CB3BBD62A2}" type="pres">
      <dgm:prSet presAssocID="{60EF8B69-74FB-465B-9971-F418F77C2146}" presName="vert1" presStyleCnt="0"/>
      <dgm:spPr/>
    </dgm:pt>
  </dgm:ptLst>
  <dgm:cxnLst>
    <dgm:cxn modelId="{CA9F4B0D-D68F-4D72-93F0-BAE6A9B8048A}" type="presOf" srcId="{FC9C1CF0-7FB9-42C1-A339-DBF1D69A412A}" destId="{B565D01D-446C-4EFD-959D-901B4FF32DAA}" srcOrd="0" destOrd="0" presId="urn:microsoft.com/office/officeart/2008/layout/LinedList"/>
    <dgm:cxn modelId="{82622B0F-35D0-4BB5-9AE6-B086D2BBB716}" type="presOf" srcId="{C6AD06B3-327F-413F-B789-DBE75EA9CF00}" destId="{56A32822-811C-4FB6-90A3-75786265D063}" srcOrd="0" destOrd="0" presId="urn:microsoft.com/office/officeart/2008/layout/LinedList"/>
    <dgm:cxn modelId="{22DC6B11-18F6-42DB-B8E2-C21C9C9E9DE1}" type="presOf" srcId="{D8BBAF0A-6A9C-492D-8024-B878A389AA22}" destId="{1F5F0A13-6873-4660-9CA8-9EF8A12D9C58}" srcOrd="0" destOrd="0" presId="urn:microsoft.com/office/officeart/2008/layout/LinedList"/>
    <dgm:cxn modelId="{CDAF6F32-2E10-4B1E-8F63-F25E2ADDB697}" type="presOf" srcId="{60EF8B69-74FB-465B-9971-F418F77C2146}" destId="{459E1A91-4C50-4C78-A688-061AA3F3F136}" srcOrd="0" destOrd="0" presId="urn:microsoft.com/office/officeart/2008/layout/LinedList"/>
    <dgm:cxn modelId="{B8BD4C45-F9A1-4A13-A41F-6E9B5DCC8C16}" srcId="{C6AD06B3-327F-413F-B789-DBE75EA9CF00}" destId="{94A42E69-FEDE-4D79-867A-6C4D8E8EDB27}" srcOrd="0" destOrd="0" parTransId="{8959969F-FA1A-4EE4-BDBF-94798F6FC0C6}" sibTransId="{B3448E36-0D7B-428E-89AF-3410F99A43EE}"/>
    <dgm:cxn modelId="{3703E44C-544C-4B4A-8AEE-61038E2D5DCA}" srcId="{C6AD06B3-327F-413F-B789-DBE75EA9CF00}" destId="{D8BBAF0A-6A9C-492D-8024-B878A389AA22}" srcOrd="3" destOrd="0" parTransId="{60F21000-E7C3-4455-8560-54F6CE8BB1F4}" sibTransId="{9B8ED00A-986D-447C-B20B-7FC667BA7BB8}"/>
    <dgm:cxn modelId="{D372BC4F-2F88-49A9-9A2E-A16CBEB9F48F}" srcId="{C6AD06B3-327F-413F-B789-DBE75EA9CF00}" destId="{FC9C1CF0-7FB9-42C1-A339-DBF1D69A412A}" srcOrd="2" destOrd="0" parTransId="{678A41E4-59FC-4FF0-AA5E-A29774F1B5E5}" sibTransId="{19C1A3DC-A094-48E5-9913-7D7886D16B81}"/>
    <dgm:cxn modelId="{D6046B74-D7E4-4C8F-AEE5-7E6A94067E88}" type="presOf" srcId="{94A42E69-FEDE-4D79-867A-6C4D8E8EDB27}" destId="{06460593-F2AE-4712-B363-9A9E34ED3620}" srcOrd="0" destOrd="0" presId="urn:microsoft.com/office/officeart/2008/layout/LinedList"/>
    <dgm:cxn modelId="{27DD698A-A7B0-4FF4-B3F9-ACCEABE25303}" srcId="{C6AD06B3-327F-413F-B789-DBE75EA9CF00}" destId="{60EF8B69-74FB-465B-9971-F418F77C2146}" srcOrd="4" destOrd="0" parTransId="{ECA16A38-0D4D-4055-B4CE-0EC63B9BE842}" sibTransId="{F9109BDD-8535-4D37-A9D9-67EB13E012F3}"/>
    <dgm:cxn modelId="{5C0E69CF-DBA6-4289-86AE-CF638B164108}" srcId="{C6AD06B3-327F-413F-B789-DBE75EA9CF00}" destId="{2226ACE6-07F3-4C87-802B-BC9F435D439F}" srcOrd="1" destOrd="0" parTransId="{43F79C8C-A3A3-448C-A51F-76CA710065F5}" sibTransId="{B32CAE2A-0496-4E85-B8E9-191E28204899}"/>
    <dgm:cxn modelId="{75BA8AEF-F1F0-4744-AABC-DAFA2812CA5C}" type="presOf" srcId="{2226ACE6-07F3-4C87-802B-BC9F435D439F}" destId="{F87C487A-73B8-42BC-99AE-D77BABCD06E8}" srcOrd="0" destOrd="0" presId="urn:microsoft.com/office/officeart/2008/layout/LinedList"/>
    <dgm:cxn modelId="{4E685D7A-5F50-415D-96FF-B485B06D6FF9}" type="presParOf" srcId="{56A32822-811C-4FB6-90A3-75786265D063}" destId="{D60C033D-C071-4800-AAE7-7AAC4B92C9D8}" srcOrd="0" destOrd="0" presId="urn:microsoft.com/office/officeart/2008/layout/LinedList"/>
    <dgm:cxn modelId="{374A9B35-2E91-4889-98D6-9B16EB1E6BD2}" type="presParOf" srcId="{56A32822-811C-4FB6-90A3-75786265D063}" destId="{FD91B617-4E30-470A-9F85-EFECD876E88F}" srcOrd="1" destOrd="0" presId="urn:microsoft.com/office/officeart/2008/layout/LinedList"/>
    <dgm:cxn modelId="{B65223B8-0448-494A-B62C-25A6942AF1D4}" type="presParOf" srcId="{FD91B617-4E30-470A-9F85-EFECD876E88F}" destId="{06460593-F2AE-4712-B363-9A9E34ED3620}" srcOrd="0" destOrd="0" presId="urn:microsoft.com/office/officeart/2008/layout/LinedList"/>
    <dgm:cxn modelId="{F1C9A0EB-34BB-416C-93B6-8F9761B3851F}" type="presParOf" srcId="{FD91B617-4E30-470A-9F85-EFECD876E88F}" destId="{0053D275-AA6A-4700-B70F-9FC31D6B26E1}" srcOrd="1" destOrd="0" presId="urn:microsoft.com/office/officeart/2008/layout/LinedList"/>
    <dgm:cxn modelId="{23BF2259-7C31-42A8-985C-A806D7ED44DB}" type="presParOf" srcId="{56A32822-811C-4FB6-90A3-75786265D063}" destId="{DA901B93-0E8A-4D70-BA60-3B7CD96301F7}" srcOrd="2" destOrd="0" presId="urn:microsoft.com/office/officeart/2008/layout/LinedList"/>
    <dgm:cxn modelId="{6AD3CF93-9C60-41D8-933A-A4EE209B46AA}" type="presParOf" srcId="{56A32822-811C-4FB6-90A3-75786265D063}" destId="{0239315E-CC6E-42FE-B5A7-5BB95DA08C64}" srcOrd="3" destOrd="0" presId="urn:microsoft.com/office/officeart/2008/layout/LinedList"/>
    <dgm:cxn modelId="{E1DE7C18-37E7-49BA-87EB-19A84F26923D}" type="presParOf" srcId="{0239315E-CC6E-42FE-B5A7-5BB95DA08C64}" destId="{F87C487A-73B8-42BC-99AE-D77BABCD06E8}" srcOrd="0" destOrd="0" presId="urn:microsoft.com/office/officeart/2008/layout/LinedList"/>
    <dgm:cxn modelId="{4EC32E09-BBCC-4C62-8B57-DC2371D630F2}" type="presParOf" srcId="{0239315E-CC6E-42FE-B5A7-5BB95DA08C64}" destId="{2379AE26-2BF0-4FD3-B27E-82274606E521}" srcOrd="1" destOrd="0" presId="urn:microsoft.com/office/officeart/2008/layout/LinedList"/>
    <dgm:cxn modelId="{F2839504-9C36-42E2-8AC4-67559E3EF955}" type="presParOf" srcId="{56A32822-811C-4FB6-90A3-75786265D063}" destId="{33D7C260-EE7E-48D4-A0F0-500508FD902B}" srcOrd="4" destOrd="0" presId="urn:microsoft.com/office/officeart/2008/layout/LinedList"/>
    <dgm:cxn modelId="{04AD7D9E-26D9-4B2C-8EE2-0A8CC718CEC0}" type="presParOf" srcId="{56A32822-811C-4FB6-90A3-75786265D063}" destId="{C545C7C7-795F-48B1-9DD1-B66D64735926}" srcOrd="5" destOrd="0" presId="urn:microsoft.com/office/officeart/2008/layout/LinedList"/>
    <dgm:cxn modelId="{583F1FB2-3AA3-4259-95FF-E163AB03E6C0}" type="presParOf" srcId="{C545C7C7-795F-48B1-9DD1-B66D64735926}" destId="{B565D01D-446C-4EFD-959D-901B4FF32DAA}" srcOrd="0" destOrd="0" presId="urn:microsoft.com/office/officeart/2008/layout/LinedList"/>
    <dgm:cxn modelId="{4F6D79CB-E9A0-4409-A827-76C9E2ED44E1}" type="presParOf" srcId="{C545C7C7-795F-48B1-9DD1-B66D64735926}" destId="{5027961E-6419-4894-9C29-48A46C8A0638}" srcOrd="1" destOrd="0" presId="urn:microsoft.com/office/officeart/2008/layout/LinedList"/>
    <dgm:cxn modelId="{D116C3D1-255A-4EDD-A9FF-2487BAAD5340}" type="presParOf" srcId="{56A32822-811C-4FB6-90A3-75786265D063}" destId="{1C89835D-B103-4456-A07D-382D6AE6C624}" srcOrd="6" destOrd="0" presId="urn:microsoft.com/office/officeart/2008/layout/LinedList"/>
    <dgm:cxn modelId="{9F2E0C18-227E-4529-A25F-A97A747D966D}" type="presParOf" srcId="{56A32822-811C-4FB6-90A3-75786265D063}" destId="{94EB9134-AE03-45F8-BB83-2539B7460AC3}" srcOrd="7" destOrd="0" presId="urn:microsoft.com/office/officeart/2008/layout/LinedList"/>
    <dgm:cxn modelId="{3C7B9D5C-7CEF-427E-9F1A-EA3074F060AD}" type="presParOf" srcId="{94EB9134-AE03-45F8-BB83-2539B7460AC3}" destId="{1F5F0A13-6873-4660-9CA8-9EF8A12D9C58}" srcOrd="0" destOrd="0" presId="urn:microsoft.com/office/officeart/2008/layout/LinedList"/>
    <dgm:cxn modelId="{D7D2695C-FE1F-439A-BF2C-22741ADAAB23}" type="presParOf" srcId="{94EB9134-AE03-45F8-BB83-2539B7460AC3}" destId="{3CA3CCF8-12B3-4315-AF8E-EA823F106F1A}" srcOrd="1" destOrd="0" presId="urn:microsoft.com/office/officeart/2008/layout/LinedList"/>
    <dgm:cxn modelId="{06954BF8-D937-48B1-A644-0E0102B7DBEF}" type="presParOf" srcId="{56A32822-811C-4FB6-90A3-75786265D063}" destId="{72AEB5B1-2C1B-45D3-AB09-6BE889D9370E}" srcOrd="8" destOrd="0" presId="urn:microsoft.com/office/officeart/2008/layout/LinedList"/>
    <dgm:cxn modelId="{DE4ACAC4-EC00-44AD-97F2-0D7D6F4036C7}" type="presParOf" srcId="{56A32822-811C-4FB6-90A3-75786265D063}" destId="{0046385B-818D-448A-B5F7-6EABB3703D0D}" srcOrd="9" destOrd="0" presId="urn:microsoft.com/office/officeart/2008/layout/LinedList"/>
    <dgm:cxn modelId="{301EE325-C40E-4F2F-98EB-BB91114E76B8}" type="presParOf" srcId="{0046385B-818D-448A-B5F7-6EABB3703D0D}" destId="{459E1A91-4C50-4C78-A688-061AA3F3F136}" srcOrd="0" destOrd="0" presId="urn:microsoft.com/office/officeart/2008/layout/LinedList"/>
    <dgm:cxn modelId="{572B5842-0C51-4A62-B431-5522544540DC}" type="presParOf" srcId="{0046385B-818D-448A-B5F7-6EABB3703D0D}" destId="{C8269C21-A49F-4694-AD4D-C7CB3BBD62A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CDAF4D-4070-499F-910E-A725626915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CE4D3C2-C6A0-46B4-8FA4-E5E74C1B7245}">
      <dgm:prSet/>
      <dgm:spPr/>
      <dgm:t>
        <a:bodyPr/>
        <a:lstStyle/>
        <a:p>
          <a:r>
            <a:rPr lang="en-US"/>
            <a:t>- Full Vue.js frontend</a:t>
          </a:r>
        </a:p>
      </dgm:t>
    </dgm:pt>
    <dgm:pt modelId="{026E483C-B130-487B-988A-F025EC59B8E9}" type="parTrans" cxnId="{FE168C86-3D4B-437F-A270-8A42DE23DF0F}">
      <dgm:prSet/>
      <dgm:spPr/>
      <dgm:t>
        <a:bodyPr/>
        <a:lstStyle/>
        <a:p>
          <a:endParaRPr lang="en-US"/>
        </a:p>
      </dgm:t>
    </dgm:pt>
    <dgm:pt modelId="{A6810119-FC11-48E3-AD2A-42CFC4B278FF}" type="sibTrans" cxnId="{FE168C86-3D4B-437F-A270-8A42DE23DF0F}">
      <dgm:prSet/>
      <dgm:spPr/>
      <dgm:t>
        <a:bodyPr/>
        <a:lstStyle/>
        <a:p>
          <a:endParaRPr lang="en-US"/>
        </a:p>
      </dgm:t>
    </dgm:pt>
    <dgm:pt modelId="{288A67AC-5152-479C-9E2C-831F3B508528}">
      <dgm:prSet/>
      <dgm:spPr/>
      <dgm:t>
        <a:bodyPr/>
        <a:lstStyle/>
        <a:p>
          <a:r>
            <a:rPr lang="en-US"/>
            <a:t>- Real-time dashboards &amp; analytics (Power BI)</a:t>
          </a:r>
        </a:p>
      </dgm:t>
    </dgm:pt>
    <dgm:pt modelId="{372C379A-9C5D-49E8-AF2C-EB7BD1DBD3AE}" type="parTrans" cxnId="{78115FB0-E42A-4B3E-B9E2-7D9662B5AC89}">
      <dgm:prSet/>
      <dgm:spPr/>
      <dgm:t>
        <a:bodyPr/>
        <a:lstStyle/>
        <a:p>
          <a:endParaRPr lang="en-US"/>
        </a:p>
      </dgm:t>
    </dgm:pt>
    <dgm:pt modelId="{853023A2-712D-4391-83BB-61F4778FEF37}" type="sibTrans" cxnId="{78115FB0-E42A-4B3E-B9E2-7D9662B5AC89}">
      <dgm:prSet/>
      <dgm:spPr/>
      <dgm:t>
        <a:bodyPr/>
        <a:lstStyle/>
        <a:p>
          <a:endParaRPr lang="en-US"/>
        </a:p>
      </dgm:t>
    </dgm:pt>
    <dgm:pt modelId="{D483BCB1-2B19-4A7E-897D-8351309F1F8E}">
      <dgm:prSet/>
      <dgm:spPr/>
      <dgm:t>
        <a:bodyPr/>
        <a:lstStyle/>
        <a:p>
          <a:r>
            <a:rPr lang="en-US"/>
            <a:t>- CI/CD with GitHub Actions</a:t>
          </a:r>
        </a:p>
      </dgm:t>
    </dgm:pt>
    <dgm:pt modelId="{2636ABB6-FC6D-4A32-B4A7-A33F07B8C020}" type="parTrans" cxnId="{60B7A9F3-77A7-49DA-B453-363F41137EF4}">
      <dgm:prSet/>
      <dgm:spPr/>
      <dgm:t>
        <a:bodyPr/>
        <a:lstStyle/>
        <a:p>
          <a:endParaRPr lang="en-US"/>
        </a:p>
      </dgm:t>
    </dgm:pt>
    <dgm:pt modelId="{92F1BCEB-601F-4F3F-829B-A2C0A400E24C}" type="sibTrans" cxnId="{60B7A9F3-77A7-49DA-B453-363F41137EF4}">
      <dgm:prSet/>
      <dgm:spPr/>
      <dgm:t>
        <a:bodyPr/>
        <a:lstStyle/>
        <a:p>
          <a:endParaRPr lang="en-US"/>
        </a:p>
      </dgm:t>
    </dgm:pt>
    <dgm:pt modelId="{7600E3D3-C939-4E46-87BF-621C860A83E0}">
      <dgm:prSet/>
      <dgm:spPr/>
      <dgm:t>
        <a:bodyPr/>
        <a:lstStyle/>
        <a:p>
          <a:r>
            <a:rPr lang="en-US"/>
            <a:t>- Docker-based deployment</a:t>
          </a:r>
        </a:p>
      </dgm:t>
    </dgm:pt>
    <dgm:pt modelId="{56D14F2B-9272-4719-97CC-B577E5C9ED25}" type="parTrans" cxnId="{E759E725-4864-41F9-81B6-809DC50FE91C}">
      <dgm:prSet/>
      <dgm:spPr/>
      <dgm:t>
        <a:bodyPr/>
        <a:lstStyle/>
        <a:p>
          <a:endParaRPr lang="en-US"/>
        </a:p>
      </dgm:t>
    </dgm:pt>
    <dgm:pt modelId="{95DC748D-53D1-4D19-9B70-2859924CBD1E}" type="sibTrans" cxnId="{E759E725-4864-41F9-81B6-809DC50FE91C}">
      <dgm:prSet/>
      <dgm:spPr/>
      <dgm:t>
        <a:bodyPr/>
        <a:lstStyle/>
        <a:p>
          <a:endParaRPr lang="en-US"/>
        </a:p>
      </dgm:t>
    </dgm:pt>
    <dgm:pt modelId="{4BFA6434-DD2C-41C7-92F7-C31F3367C095}">
      <dgm:prSet/>
      <dgm:spPr/>
      <dgm:t>
        <a:bodyPr/>
        <a:lstStyle/>
        <a:p>
          <a:r>
            <a:rPr lang="en-US"/>
            <a:t>- Mobile app version</a:t>
          </a:r>
        </a:p>
      </dgm:t>
    </dgm:pt>
    <dgm:pt modelId="{6E88B725-4AC4-4171-82E3-3F64EAE38DC5}" type="parTrans" cxnId="{86CB365E-2B05-4909-B28A-B5EB89F4F915}">
      <dgm:prSet/>
      <dgm:spPr/>
      <dgm:t>
        <a:bodyPr/>
        <a:lstStyle/>
        <a:p>
          <a:endParaRPr lang="en-US"/>
        </a:p>
      </dgm:t>
    </dgm:pt>
    <dgm:pt modelId="{D8F5FACA-FED4-4C9A-B25C-CAD1220F4FEF}" type="sibTrans" cxnId="{86CB365E-2B05-4909-B28A-B5EB89F4F915}">
      <dgm:prSet/>
      <dgm:spPr/>
      <dgm:t>
        <a:bodyPr/>
        <a:lstStyle/>
        <a:p>
          <a:endParaRPr lang="en-US"/>
        </a:p>
      </dgm:t>
    </dgm:pt>
    <dgm:pt modelId="{C48A1583-BC0F-4DF2-B022-7AD37EAFEEE1}" type="pres">
      <dgm:prSet presAssocID="{B3CDAF4D-4070-499F-910E-A7256269152A}" presName="root" presStyleCnt="0">
        <dgm:presLayoutVars>
          <dgm:dir/>
          <dgm:resizeHandles val="exact"/>
        </dgm:presLayoutVars>
      </dgm:prSet>
      <dgm:spPr/>
    </dgm:pt>
    <dgm:pt modelId="{36ACF2C4-F9F7-43DE-BD30-7051C8204270}" type="pres">
      <dgm:prSet presAssocID="{9CE4D3C2-C6A0-46B4-8FA4-E5E74C1B7245}" presName="compNode" presStyleCnt="0"/>
      <dgm:spPr/>
    </dgm:pt>
    <dgm:pt modelId="{995116D8-F23E-4F6C-B772-6A0051694D82}" type="pres">
      <dgm:prSet presAssocID="{9CE4D3C2-C6A0-46B4-8FA4-E5E74C1B7245}" presName="bgRect" presStyleLbl="bgShp" presStyleIdx="0" presStyleCnt="5"/>
      <dgm:spPr/>
    </dgm:pt>
    <dgm:pt modelId="{30C07CE4-4282-47BB-9268-4D1FE7665414}" type="pres">
      <dgm:prSet presAssocID="{9CE4D3C2-C6A0-46B4-8FA4-E5E74C1B724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5EF4F35C-E95A-4900-B0A6-23F49190407C}" type="pres">
      <dgm:prSet presAssocID="{9CE4D3C2-C6A0-46B4-8FA4-E5E74C1B7245}" presName="spaceRect" presStyleCnt="0"/>
      <dgm:spPr/>
    </dgm:pt>
    <dgm:pt modelId="{AB55BCBE-2302-43A0-99EC-993B3198BE81}" type="pres">
      <dgm:prSet presAssocID="{9CE4D3C2-C6A0-46B4-8FA4-E5E74C1B7245}" presName="parTx" presStyleLbl="revTx" presStyleIdx="0" presStyleCnt="5">
        <dgm:presLayoutVars>
          <dgm:chMax val="0"/>
          <dgm:chPref val="0"/>
        </dgm:presLayoutVars>
      </dgm:prSet>
      <dgm:spPr/>
    </dgm:pt>
    <dgm:pt modelId="{ED0E0969-C7B5-4E4A-A1AF-BBCCAE6B8896}" type="pres">
      <dgm:prSet presAssocID="{A6810119-FC11-48E3-AD2A-42CFC4B278FF}" presName="sibTrans" presStyleCnt="0"/>
      <dgm:spPr/>
    </dgm:pt>
    <dgm:pt modelId="{1611A329-A8AE-48E1-A870-C485F3759DF0}" type="pres">
      <dgm:prSet presAssocID="{288A67AC-5152-479C-9E2C-831F3B508528}" presName="compNode" presStyleCnt="0"/>
      <dgm:spPr/>
    </dgm:pt>
    <dgm:pt modelId="{73969C70-0105-430D-A5C1-2CB2FEEF58EE}" type="pres">
      <dgm:prSet presAssocID="{288A67AC-5152-479C-9E2C-831F3B508528}" presName="bgRect" presStyleLbl="bgShp" presStyleIdx="1" presStyleCnt="5"/>
      <dgm:spPr/>
    </dgm:pt>
    <dgm:pt modelId="{2E7A6661-7640-4F3D-B4E5-32398DDD480E}" type="pres">
      <dgm:prSet presAssocID="{288A67AC-5152-479C-9E2C-831F3B50852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CC73772-616B-48EA-B99F-D1D1D633777C}" type="pres">
      <dgm:prSet presAssocID="{288A67AC-5152-479C-9E2C-831F3B508528}" presName="spaceRect" presStyleCnt="0"/>
      <dgm:spPr/>
    </dgm:pt>
    <dgm:pt modelId="{34A15506-7827-4B1F-BC8C-CFBBB97D83F0}" type="pres">
      <dgm:prSet presAssocID="{288A67AC-5152-479C-9E2C-831F3B508528}" presName="parTx" presStyleLbl="revTx" presStyleIdx="1" presStyleCnt="5">
        <dgm:presLayoutVars>
          <dgm:chMax val="0"/>
          <dgm:chPref val="0"/>
        </dgm:presLayoutVars>
      </dgm:prSet>
      <dgm:spPr/>
    </dgm:pt>
    <dgm:pt modelId="{367656AD-43B3-4850-929F-578842D6D918}" type="pres">
      <dgm:prSet presAssocID="{853023A2-712D-4391-83BB-61F4778FEF37}" presName="sibTrans" presStyleCnt="0"/>
      <dgm:spPr/>
    </dgm:pt>
    <dgm:pt modelId="{93190B85-0D69-453C-8C76-317A6A5061F1}" type="pres">
      <dgm:prSet presAssocID="{D483BCB1-2B19-4A7E-897D-8351309F1F8E}" presName="compNode" presStyleCnt="0"/>
      <dgm:spPr/>
    </dgm:pt>
    <dgm:pt modelId="{2ED74D32-2D5A-41AB-97FA-0C8FA1E0AE12}" type="pres">
      <dgm:prSet presAssocID="{D483BCB1-2B19-4A7E-897D-8351309F1F8E}" presName="bgRect" presStyleLbl="bgShp" presStyleIdx="2" presStyleCnt="5"/>
      <dgm:spPr/>
    </dgm:pt>
    <dgm:pt modelId="{8F040F40-BD22-4D33-AD5C-AA9F6E0674A1}" type="pres">
      <dgm:prSet presAssocID="{D483BCB1-2B19-4A7E-897D-8351309F1F8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EB25B97E-FA64-4C72-9726-CB1FAF9B9F8A}" type="pres">
      <dgm:prSet presAssocID="{D483BCB1-2B19-4A7E-897D-8351309F1F8E}" presName="spaceRect" presStyleCnt="0"/>
      <dgm:spPr/>
    </dgm:pt>
    <dgm:pt modelId="{914DADC5-1A85-4FF6-8517-3BAC3A99A0E1}" type="pres">
      <dgm:prSet presAssocID="{D483BCB1-2B19-4A7E-897D-8351309F1F8E}" presName="parTx" presStyleLbl="revTx" presStyleIdx="2" presStyleCnt="5">
        <dgm:presLayoutVars>
          <dgm:chMax val="0"/>
          <dgm:chPref val="0"/>
        </dgm:presLayoutVars>
      </dgm:prSet>
      <dgm:spPr/>
    </dgm:pt>
    <dgm:pt modelId="{BFEA67FB-0DEC-4364-A931-AD0067B861BD}" type="pres">
      <dgm:prSet presAssocID="{92F1BCEB-601F-4F3F-829B-A2C0A400E24C}" presName="sibTrans" presStyleCnt="0"/>
      <dgm:spPr/>
    </dgm:pt>
    <dgm:pt modelId="{B8D51866-61DC-441A-B325-D2B3A951D831}" type="pres">
      <dgm:prSet presAssocID="{7600E3D3-C939-4E46-87BF-621C860A83E0}" presName="compNode" presStyleCnt="0"/>
      <dgm:spPr/>
    </dgm:pt>
    <dgm:pt modelId="{76F8775F-6031-4525-8F9C-E7F5F8C309D2}" type="pres">
      <dgm:prSet presAssocID="{7600E3D3-C939-4E46-87BF-621C860A83E0}" presName="bgRect" presStyleLbl="bgShp" presStyleIdx="3" presStyleCnt="5"/>
      <dgm:spPr/>
    </dgm:pt>
    <dgm:pt modelId="{01208302-EC2C-45EA-BCFD-DFC096F7CD68}" type="pres">
      <dgm:prSet presAssocID="{7600E3D3-C939-4E46-87BF-621C860A83E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F32D48C-4900-4045-895E-E62FF60B1C2C}" type="pres">
      <dgm:prSet presAssocID="{7600E3D3-C939-4E46-87BF-621C860A83E0}" presName="spaceRect" presStyleCnt="0"/>
      <dgm:spPr/>
    </dgm:pt>
    <dgm:pt modelId="{DDF8D7DD-B5B7-41EB-80A5-7EC76D15FD7C}" type="pres">
      <dgm:prSet presAssocID="{7600E3D3-C939-4E46-87BF-621C860A83E0}" presName="parTx" presStyleLbl="revTx" presStyleIdx="3" presStyleCnt="5">
        <dgm:presLayoutVars>
          <dgm:chMax val="0"/>
          <dgm:chPref val="0"/>
        </dgm:presLayoutVars>
      </dgm:prSet>
      <dgm:spPr/>
    </dgm:pt>
    <dgm:pt modelId="{C1B82AF4-B9C4-4E2B-B0F2-04212C909855}" type="pres">
      <dgm:prSet presAssocID="{95DC748D-53D1-4D19-9B70-2859924CBD1E}" presName="sibTrans" presStyleCnt="0"/>
      <dgm:spPr/>
    </dgm:pt>
    <dgm:pt modelId="{D2A483FE-CD68-4078-89DB-01CD6900B3B6}" type="pres">
      <dgm:prSet presAssocID="{4BFA6434-DD2C-41C7-92F7-C31F3367C095}" presName="compNode" presStyleCnt="0"/>
      <dgm:spPr/>
    </dgm:pt>
    <dgm:pt modelId="{48B1E83E-D465-4861-A805-741047685C0E}" type="pres">
      <dgm:prSet presAssocID="{4BFA6434-DD2C-41C7-92F7-C31F3367C095}" presName="bgRect" presStyleLbl="bgShp" presStyleIdx="4" presStyleCnt="5"/>
      <dgm:spPr/>
    </dgm:pt>
    <dgm:pt modelId="{57E6A962-0C1A-4A92-A648-28A67C0DAE2B}" type="pres">
      <dgm:prSet presAssocID="{4BFA6434-DD2C-41C7-92F7-C31F3367C09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A4F7EB5-E8FA-4DBD-BF04-CEFB35CF9D4D}" type="pres">
      <dgm:prSet presAssocID="{4BFA6434-DD2C-41C7-92F7-C31F3367C095}" presName="spaceRect" presStyleCnt="0"/>
      <dgm:spPr/>
    </dgm:pt>
    <dgm:pt modelId="{E7FA3E0B-8D62-4900-AB6E-F8D85530F81F}" type="pres">
      <dgm:prSet presAssocID="{4BFA6434-DD2C-41C7-92F7-C31F3367C09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1C32523-E18E-4A64-8A90-6FB6B19F3BCC}" type="presOf" srcId="{B3CDAF4D-4070-499F-910E-A7256269152A}" destId="{C48A1583-BC0F-4DF2-B022-7AD37EAFEEE1}" srcOrd="0" destOrd="0" presId="urn:microsoft.com/office/officeart/2018/2/layout/IconVerticalSolidList"/>
    <dgm:cxn modelId="{E759E725-4864-41F9-81B6-809DC50FE91C}" srcId="{B3CDAF4D-4070-499F-910E-A7256269152A}" destId="{7600E3D3-C939-4E46-87BF-621C860A83E0}" srcOrd="3" destOrd="0" parTransId="{56D14F2B-9272-4719-97CC-B577E5C9ED25}" sibTransId="{95DC748D-53D1-4D19-9B70-2859924CBD1E}"/>
    <dgm:cxn modelId="{0092A628-DA99-4894-B4C8-67D40B117D63}" type="presOf" srcId="{9CE4D3C2-C6A0-46B4-8FA4-E5E74C1B7245}" destId="{AB55BCBE-2302-43A0-99EC-993B3198BE81}" srcOrd="0" destOrd="0" presId="urn:microsoft.com/office/officeart/2018/2/layout/IconVerticalSolidList"/>
    <dgm:cxn modelId="{86CB365E-2B05-4909-B28A-B5EB89F4F915}" srcId="{B3CDAF4D-4070-499F-910E-A7256269152A}" destId="{4BFA6434-DD2C-41C7-92F7-C31F3367C095}" srcOrd="4" destOrd="0" parTransId="{6E88B725-4AC4-4171-82E3-3F64EAE38DC5}" sibTransId="{D8F5FACA-FED4-4C9A-B25C-CAD1220F4FEF}"/>
    <dgm:cxn modelId="{55ECBC6C-B9AF-4A57-AC4F-E95012776005}" type="presOf" srcId="{7600E3D3-C939-4E46-87BF-621C860A83E0}" destId="{DDF8D7DD-B5B7-41EB-80A5-7EC76D15FD7C}" srcOrd="0" destOrd="0" presId="urn:microsoft.com/office/officeart/2018/2/layout/IconVerticalSolidList"/>
    <dgm:cxn modelId="{FE168C86-3D4B-437F-A270-8A42DE23DF0F}" srcId="{B3CDAF4D-4070-499F-910E-A7256269152A}" destId="{9CE4D3C2-C6A0-46B4-8FA4-E5E74C1B7245}" srcOrd="0" destOrd="0" parTransId="{026E483C-B130-487B-988A-F025EC59B8E9}" sibTransId="{A6810119-FC11-48E3-AD2A-42CFC4B278FF}"/>
    <dgm:cxn modelId="{4A69C8A3-C454-4389-8E70-773927A0BC61}" type="presOf" srcId="{D483BCB1-2B19-4A7E-897D-8351309F1F8E}" destId="{914DADC5-1A85-4FF6-8517-3BAC3A99A0E1}" srcOrd="0" destOrd="0" presId="urn:microsoft.com/office/officeart/2018/2/layout/IconVerticalSolidList"/>
    <dgm:cxn modelId="{78115FB0-E42A-4B3E-B9E2-7D9662B5AC89}" srcId="{B3CDAF4D-4070-499F-910E-A7256269152A}" destId="{288A67AC-5152-479C-9E2C-831F3B508528}" srcOrd="1" destOrd="0" parTransId="{372C379A-9C5D-49E8-AF2C-EB7BD1DBD3AE}" sibTransId="{853023A2-712D-4391-83BB-61F4778FEF37}"/>
    <dgm:cxn modelId="{0C0518C8-E1E4-4AA0-8309-1A1C809AA260}" type="presOf" srcId="{4BFA6434-DD2C-41C7-92F7-C31F3367C095}" destId="{E7FA3E0B-8D62-4900-AB6E-F8D85530F81F}" srcOrd="0" destOrd="0" presId="urn:microsoft.com/office/officeart/2018/2/layout/IconVerticalSolidList"/>
    <dgm:cxn modelId="{D3748CE8-87CB-41BB-AA61-D376865C227C}" type="presOf" srcId="{288A67AC-5152-479C-9E2C-831F3B508528}" destId="{34A15506-7827-4B1F-BC8C-CFBBB97D83F0}" srcOrd="0" destOrd="0" presId="urn:microsoft.com/office/officeart/2018/2/layout/IconVerticalSolidList"/>
    <dgm:cxn modelId="{60B7A9F3-77A7-49DA-B453-363F41137EF4}" srcId="{B3CDAF4D-4070-499F-910E-A7256269152A}" destId="{D483BCB1-2B19-4A7E-897D-8351309F1F8E}" srcOrd="2" destOrd="0" parTransId="{2636ABB6-FC6D-4A32-B4A7-A33F07B8C020}" sibTransId="{92F1BCEB-601F-4F3F-829B-A2C0A400E24C}"/>
    <dgm:cxn modelId="{7D366FA5-0AE6-455F-B1AE-E162C64D7F07}" type="presParOf" srcId="{C48A1583-BC0F-4DF2-B022-7AD37EAFEEE1}" destId="{36ACF2C4-F9F7-43DE-BD30-7051C8204270}" srcOrd="0" destOrd="0" presId="urn:microsoft.com/office/officeart/2018/2/layout/IconVerticalSolidList"/>
    <dgm:cxn modelId="{9D74FA7D-45AF-43D3-B711-A79FEE54EE52}" type="presParOf" srcId="{36ACF2C4-F9F7-43DE-BD30-7051C8204270}" destId="{995116D8-F23E-4F6C-B772-6A0051694D82}" srcOrd="0" destOrd="0" presId="urn:microsoft.com/office/officeart/2018/2/layout/IconVerticalSolidList"/>
    <dgm:cxn modelId="{402140CD-39E0-4F66-A459-CEECEE54205E}" type="presParOf" srcId="{36ACF2C4-F9F7-43DE-BD30-7051C8204270}" destId="{30C07CE4-4282-47BB-9268-4D1FE7665414}" srcOrd="1" destOrd="0" presId="urn:microsoft.com/office/officeart/2018/2/layout/IconVerticalSolidList"/>
    <dgm:cxn modelId="{424D31AF-30D4-4280-BF6C-8556DDEBDA54}" type="presParOf" srcId="{36ACF2C4-F9F7-43DE-BD30-7051C8204270}" destId="{5EF4F35C-E95A-4900-B0A6-23F49190407C}" srcOrd="2" destOrd="0" presId="urn:microsoft.com/office/officeart/2018/2/layout/IconVerticalSolidList"/>
    <dgm:cxn modelId="{27F1C649-14A2-458D-B474-27F8999D47E2}" type="presParOf" srcId="{36ACF2C4-F9F7-43DE-BD30-7051C8204270}" destId="{AB55BCBE-2302-43A0-99EC-993B3198BE81}" srcOrd="3" destOrd="0" presId="urn:microsoft.com/office/officeart/2018/2/layout/IconVerticalSolidList"/>
    <dgm:cxn modelId="{4E3E60F8-E9E3-4AB7-98BB-13D677E11F20}" type="presParOf" srcId="{C48A1583-BC0F-4DF2-B022-7AD37EAFEEE1}" destId="{ED0E0969-C7B5-4E4A-A1AF-BBCCAE6B8896}" srcOrd="1" destOrd="0" presId="urn:microsoft.com/office/officeart/2018/2/layout/IconVerticalSolidList"/>
    <dgm:cxn modelId="{BA76AD02-1AC9-4A1F-BF5A-5A7790386499}" type="presParOf" srcId="{C48A1583-BC0F-4DF2-B022-7AD37EAFEEE1}" destId="{1611A329-A8AE-48E1-A870-C485F3759DF0}" srcOrd="2" destOrd="0" presId="urn:microsoft.com/office/officeart/2018/2/layout/IconVerticalSolidList"/>
    <dgm:cxn modelId="{9E56D5CC-D50F-4411-AB20-9CA25AA6882D}" type="presParOf" srcId="{1611A329-A8AE-48E1-A870-C485F3759DF0}" destId="{73969C70-0105-430D-A5C1-2CB2FEEF58EE}" srcOrd="0" destOrd="0" presId="urn:microsoft.com/office/officeart/2018/2/layout/IconVerticalSolidList"/>
    <dgm:cxn modelId="{A73AB88E-43E1-4E57-9C7F-2080614B8045}" type="presParOf" srcId="{1611A329-A8AE-48E1-A870-C485F3759DF0}" destId="{2E7A6661-7640-4F3D-B4E5-32398DDD480E}" srcOrd="1" destOrd="0" presId="urn:microsoft.com/office/officeart/2018/2/layout/IconVerticalSolidList"/>
    <dgm:cxn modelId="{F16AF195-A5D3-4434-8101-8777D313FCF4}" type="presParOf" srcId="{1611A329-A8AE-48E1-A870-C485F3759DF0}" destId="{7CC73772-616B-48EA-B99F-D1D1D633777C}" srcOrd="2" destOrd="0" presId="urn:microsoft.com/office/officeart/2018/2/layout/IconVerticalSolidList"/>
    <dgm:cxn modelId="{7B9FA533-640E-4111-9F94-49037FEABEB8}" type="presParOf" srcId="{1611A329-A8AE-48E1-A870-C485F3759DF0}" destId="{34A15506-7827-4B1F-BC8C-CFBBB97D83F0}" srcOrd="3" destOrd="0" presId="urn:microsoft.com/office/officeart/2018/2/layout/IconVerticalSolidList"/>
    <dgm:cxn modelId="{B1E0BCC5-257F-4F33-AB8E-D37D5E815D49}" type="presParOf" srcId="{C48A1583-BC0F-4DF2-B022-7AD37EAFEEE1}" destId="{367656AD-43B3-4850-929F-578842D6D918}" srcOrd="3" destOrd="0" presId="urn:microsoft.com/office/officeart/2018/2/layout/IconVerticalSolidList"/>
    <dgm:cxn modelId="{F5AE7B54-C083-478D-9A17-5E356EF17AD5}" type="presParOf" srcId="{C48A1583-BC0F-4DF2-B022-7AD37EAFEEE1}" destId="{93190B85-0D69-453C-8C76-317A6A5061F1}" srcOrd="4" destOrd="0" presId="urn:microsoft.com/office/officeart/2018/2/layout/IconVerticalSolidList"/>
    <dgm:cxn modelId="{9CD5DA69-B588-4E6F-80B7-10E93476E698}" type="presParOf" srcId="{93190B85-0D69-453C-8C76-317A6A5061F1}" destId="{2ED74D32-2D5A-41AB-97FA-0C8FA1E0AE12}" srcOrd="0" destOrd="0" presId="urn:microsoft.com/office/officeart/2018/2/layout/IconVerticalSolidList"/>
    <dgm:cxn modelId="{E5C75621-4246-4594-946A-7AB26EAF8DC3}" type="presParOf" srcId="{93190B85-0D69-453C-8C76-317A6A5061F1}" destId="{8F040F40-BD22-4D33-AD5C-AA9F6E0674A1}" srcOrd="1" destOrd="0" presId="urn:microsoft.com/office/officeart/2018/2/layout/IconVerticalSolidList"/>
    <dgm:cxn modelId="{2BA64376-A84F-4EE2-B16E-48D2B8D09F21}" type="presParOf" srcId="{93190B85-0D69-453C-8C76-317A6A5061F1}" destId="{EB25B97E-FA64-4C72-9726-CB1FAF9B9F8A}" srcOrd="2" destOrd="0" presId="urn:microsoft.com/office/officeart/2018/2/layout/IconVerticalSolidList"/>
    <dgm:cxn modelId="{9621F1EC-348C-48F5-B875-81C7AE18ECD1}" type="presParOf" srcId="{93190B85-0D69-453C-8C76-317A6A5061F1}" destId="{914DADC5-1A85-4FF6-8517-3BAC3A99A0E1}" srcOrd="3" destOrd="0" presId="urn:microsoft.com/office/officeart/2018/2/layout/IconVerticalSolidList"/>
    <dgm:cxn modelId="{DD9324FA-5125-40D7-85DA-73B027F78477}" type="presParOf" srcId="{C48A1583-BC0F-4DF2-B022-7AD37EAFEEE1}" destId="{BFEA67FB-0DEC-4364-A931-AD0067B861BD}" srcOrd="5" destOrd="0" presId="urn:microsoft.com/office/officeart/2018/2/layout/IconVerticalSolidList"/>
    <dgm:cxn modelId="{6A1B7D07-2DD1-46C5-9F28-AE7137A7B370}" type="presParOf" srcId="{C48A1583-BC0F-4DF2-B022-7AD37EAFEEE1}" destId="{B8D51866-61DC-441A-B325-D2B3A951D831}" srcOrd="6" destOrd="0" presId="urn:microsoft.com/office/officeart/2018/2/layout/IconVerticalSolidList"/>
    <dgm:cxn modelId="{A32FC262-1A66-48BC-B87B-ACE423798598}" type="presParOf" srcId="{B8D51866-61DC-441A-B325-D2B3A951D831}" destId="{76F8775F-6031-4525-8F9C-E7F5F8C309D2}" srcOrd="0" destOrd="0" presId="urn:microsoft.com/office/officeart/2018/2/layout/IconVerticalSolidList"/>
    <dgm:cxn modelId="{767537FB-ECE7-47BC-A06A-E097CB73BDB3}" type="presParOf" srcId="{B8D51866-61DC-441A-B325-D2B3A951D831}" destId="{01208302-EC2C-45EA-BCFD-DFC096F7CD68}" srcOrd="1" destOrd="0" presId="urn:microsoft.com/office/officeart/2018/2/layout/IconVerticalSolidList"/>
    <dgm:cxn modelId="{F9D8CDF1-1F9A-4A53-A734-AD4F48BAA9C0}" type="presParOf" srcId="{B8D51866-61DC-441A-B325-D2B3A951D831}" destId="{8F32D48C-4900-4045-895E-E62FF60B1C2C}" srcOrd="2" destOrd="0" presId="urn:microsoft.com/office/officeart/2018/2/layout/IconVerticalSolidList"/>
    <dgm:cxn modelId="{123CD73C-37B1-47F8-A5B3-E5C27122266C}" type="presParOf" srcId="{B8D51866-61DC-441A-B325-D2B3A951D831}" destId="{DDF8D7DD-B5B7-41EB-80A5-7EC76D15FD7C}" srcOrd="3" destOrd="0" presId="urn:microsoft.com/office/officeart/2018/2/layout/IconVerticalSolidList"/>
    <dgm:cxn modelId="{B987CA95-B04E-4D53-BDBC-E3F0C73DFB17}" type="presParOf" srcId="{C48A1583-BC0F-4DF2-B022-7AD37EAFEEE1}" destId="{C1B82AF4-B9C4-4E2B-B0F2-04212C909855}" srcOrd="7" destOrd="0" presId="urn:microsoft.com/office/officeart/2018/2/layout/IconVerticalSolidList"/>
    <dgm:cxn modelId="{B1197738-94F2-4E8E-BB9A-BFE82536D6F9}" type="presParOf" srcId="{C48A1583-BC0F-4DF2-B022-7AD37EAFEEE1}" destId="{D2A483FE-CD68-4078-89DB-01CD6900B3B6}" srcOrd="8" destOrd="0" presId="urn:microsoft.com/office/officeart/2018/2/layout/IconVerticalSolidList"/>
    <dgm:cxn modelId="{67BCFBF9-1CA9-4F90-9DD4-6F200F76C35F}" type="presParOf" srcId="{D2A483FE-CD68-4078-89DB-01CD6900B3B6}" destId="{48B1E83E-D465-4861-A805-741047685C0E}" srcOrd="0" destOrd="0" presId="urn:microsoft.com/office/officeart/2018/2/layout/IconVerticalSolidList"/>
    <dgm:cxn modelId="{1104E1D4-ED5E-4AD4-A29F-9F722D0D4E1A}" type="presParOf" srcId="{D2A483FE-CD68-4078-89DB-01CD6900B3B6}" destId="{57E6A962-0C1A-4A92-A648-28A67C0DAE2B}" srcOrd="1" destOrd="0" presId="urn:microsoft.com/office/officeart/2018/2/layout/IconVerticalSolidList"/>
    <dgm:cxn modelId="{EC5C2BBA-9B36-431F-B196-9468229F806E}" type="presParOf" srcId="{D2A483FE-CD68-4078-89DB-01CD6900B3B6}" destId="{CA4F7EB5-E8FA-4DBD-BF04-CEFB35CF9D4D}" srcOrd="2" destOrd="0" presId="urn:microsoft.com/office/officeart/2018/2/layout/IconVerticalSolidList"/>
    <dgm:cxn modelId="{CE377B8E-7129-4499-A52C-4354FFEF8425}" type="presParOf" srcId="{D2A483FE-CD68-4078-89DB-01CD6900B3B6}" destId="{E7FA3E0B-8D62-4900-AB6E-F8D85530F8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6DA8712-1D00-4D4C-92FF-C646227F0F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997A52E-24AD-4750-B4E7-8EC60F7E7C8E}">
      <dgm:prSet/>
      <dgm:spPr/>
      <dgm:t>
        <a:bodyPr/>
        <a:lstStyle/>
        <a:p>
          <a:r>
            <a:rPr lang="en-US"/>
            <a:t>FollowMe offers a centralized, scalable 3W task tracking system.</a:t>
          </a:r>
        </a:p>
      </dgm:t>
    </dgm:pt>
    <dgm:pt modelId="{DB3AC293-EF98-4DE4-B530-03F876D0E618}" type="parTrans" cxnId="{6B9CD404-12B9-46A8-A9F3-454ADB528476}">
      <dgm:prSet/>
      <dgm:spPr/>
      <dgm:t>
        <a:bodyPr/>
        <a:lstStyle/>
        <a:p>
          <a:endParaRPr lang="en-US"/>
        </a:p>
      </dgm:t>
    </dgm:pt>
    <dgm:pt modelId="{AACE33B6-75B0-4578-B841-ECE3DA6AEA61}" type="sibTrans" cxnId="{6B9CD404-12B9-46A8-A9F3-454ADB528476}">
      <dgm:prSet/>
      <dgm:spPr/>
      <dgm:t>
        <a:bodyPr/>
        <a:lstStyle/>
        <a:p>
          <a:endParaRPr lang="en-US"/>
        </a:p>
      </dgm:t>
    </dgm:pt>
    <dgm:pt modelId="{6833A544-9F8E-4A12-BA9C-4F5D42293E3E}">
      <dgm:prSet/>
      <dgm:spPr/>
      <dgm:t>
        <a:bodyPr/>
        <a:lstStyle/>
        <a:p>
          <a:r>
            <a:rPr lang="en-US"/>
            <a:t>Enhancing accountability and collaboration across departments.</a:t>
          </a:r>
        </a:p>
      </dgm:t>
    </dgm:pt>
    <dgm:pt modelId="{934B8FCB-951E-4A4D-B48F-237DED68983C}" type="parTrans" cxnId="{6A0DB46A-4D10-4002-B976-2524082D739A}">
      <dgm:prSet/>
      <dgm:spPr/>
      <dgm:t>
        <a:bodyPr/>
        <a:lstStyle/>
        <a:p>
          <a:endParaRPr lang="en-US"/>
        </a:p>
      </dgm:t>
    </dgm:pt>
    <dgm:pt modelId="{75E5330F-2AF7-4E51-A9D3-9BC7BF61DBA6}" type="sibTrans" cxnId="{6A0DB46A-4D10-4002-B976-2524082D739A}">
      <dgm:prSet/>
      <dgm:spPr/>
      <dgm:t>
        <a:bodyPr/>
        <a:lstStyle/>
        <a:p>
          <a:endParaRPr lang="en-US"/>
        </a:p>
      </dgm:t>
    </dgm:pt>
    <dgm:pt modelId="{B60FDCF3-5187-4987-9293-F272AD505243}" type="pres">
      <dgm:prSet presAssocID="{86DA8712-1D00-4D4C-92FF-C646227F0FD6}" presName="root" presStyleCnt="0">
        <dgm:presLayoutVars>
          <dgm:dir/>
          <dgm:resizeHandles val="exact"/>
        </dgm:presLayoutVars>
      </dgm:prSet>
      <dgm:spPr/>
    </dgm:pt>
    <dgm:pt modelId="{AC99B506-B5BC-470B-BF10-7713B6252E3D}" type="pres">
      <dgm:prSet presAssocID="{D997A52E-24AD-4750-B4E7-8EC60F7E7C8E}" presName="compNode" presStyleCnt="0"/>
      <dgm:spPr/>
    </dgm:pt>
    <dgm:pt modelId="{2002EC8A-45FF-491C-8187-7C2243B74905}" type="pres">
      <dgm:prSet presAssocID="{D997A52E-24AD-4750-B4E7-8EC60F7E7C8E}" presName="bgRect" presStyleLbl="bgShp" presStyleIdx="0" presStyleCnt="2"/>
      <dgm:spPr/>
    </dgm:pt>
    <dgm:pt modelId="{71BFC4ED-E893-41B6-B405-34482C66D8D4}" type="pres">
      <dgm:prSet presAssocID="{D997A52E-24AD-4750-B4E7-8EC60F7E7C8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50EE5A1-C909-4881-B7BC-25F452223126}" type="pres">
      <dgm:prSet presAssocID="{D997A52E-24AD-4750-B4E7-8EC60F7E7C8E}" presName="spaceRect" presStyleCnt="0"/>
      <dgm:spPr/>
    </dgm:pt>
    <dgm:pt modelId="{E00C2C64-5ADC-4941-9332-C30889FD71FF}" type="pres">
      <dgm:prSet presAssocID="{D997A52E-24AD-4750-B4E7-8EC60F7E7C8E}" presName="parTx" presStyleLbl="revTx" presStyleIdx="0" presStyleCnt="2">
        <dgm:presLayoutVars>
          <dgm:chMax val="0"/>
          <dgm:chPref val="0"/>
        </dgm:presLayoutVars>
      </dgm:prSet>
      <dgm:spPr/>
    </dgm:pt>
    <dgm:pt modelId="{7E0BF7AC-56A1-4A83-8471-52283B8EDCCD}" type="pres">
      <dgm:prSet presAssocID="{AACE33B6-75B0-4578-B841-ECE3DA6AEA61}" presName="sibTrans" presStyleCnt="0"/>
      <dgm:spPr/>
    </dgm:pt>
    <dgm:pt modelId="{27072743-3656-4F62-96FE-B3C15C155E95}" type="pres">
      <dgm:prSet presAssocID="{6833A544-9F8E-4A12-BA9C-4F5D42293E3E}" presName="compNode" presStyleCnt="0"/>
      <dgm:spPr/>
    </dgm:pt>
    <dgm:pt modelId="{2CD1C4A4-9177-48FE-98A7-2F24C559A480}" type="pres">
      <dgm:prSet presAssocID="{6833A544-9F8E-4A12-BA9C-4F5D42293E3E}" presName="bgRect" presStyleLbl="bgShp" presStyleIdx="1" presStyleCnt="2"/>
      <dgm:spPr/>
    </dgm:pt>
    <dgm:pt modelId="{A4E6E5B0-C4D7-42EE-9D74-C1C77707D44D}" type="pres">
      <dgm:prSet presAssocID="{6833A544-9F8E-4A12-BA9C-4F5D42293E3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7DB9C6D-D903-4E1D-9333-A07733CB3A97}" type="pres">
      <dgm:prSet presAssocID="{6833A544-9F8E-4A12-BA9C-4F5D42293E3E}" presName="spaceRect" presStyleCnt="0"/>
      <dgm:spPr/>
    </dgm:pt>
    <dgm:pt modelId="{C519C253-ECA2-4C45-A310-525A22CEAA44}" type="pres">
      <dgm:prSet presAssocID="{6833A544-9F8E-4A12-BA9C-4F5D42293E3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B9CD404-12B9-46A8-A9F3-454ADB528476}" srcId="{86DA8712-1D00-4D4C-92FF-C646227F0FD6}" destId="{D997A52E-24AD-4750-B4E7-8EC60F7E7C8E}" srcOrd="0" destOrd="0" parTransId="{DB3AC293-EF98-4DE4-B530-03F876D0E618}" sibTransId="{AACE33B6-75B0-4578-B841-ECE3DA6AEA61}"/>
    <dgm:cxn modelId="{6A0DB46A-4D10-4002-B976-2524082D739A}" srcId="{86DA8712-1D00-4D4C-92FF-C646227F0FD6}" destId="{6833A544-9F8E-4A12-BA9C-4F5D42293E3E}" srcOrd="1" destOrd="0" parTransId="{934B8FCB-951E-4A4D-B48F-237DED68983C}" sibTransId="{75E5330F-2AF7-4E51-A9D3-9BC7BF61DBA6}"/>
    <dgm:cxn modelId="{400FD0B5-CA1B-4672-A3F5-8D2B8FBEA704}" type="presOf" srcId="{6833A544-9F8E-4A12-BA9C-4F5D42293E3E}" destId="{C519C253-ECA2-4C45-A310-525A22CEAA44}" srcOrd="0" destOrd="0" presId="urn:microsoft.com/office/officeart/2018/2/layout/IconVerticalSolidList"/>
    <dgm:cxn modelId="{2A289DBB-2F01-450B-BDED-10CA9FEC9DF1}" type="presOf" srcId="{86DA8712-1D00-4D4C-92FF-C646227F0FD6}" destId="{B60FDCF3-5187-4987-9293-F272AD505243}" srcOrd="0" destOrd="0" presId="urn:microsoft.com/office/officeart/2018/2/layout/IconVerticalSolidList"/>
    <dgm:cxn modelId="{EECEADEE-369E-450C-88D2-7976ABBC1F1E}" type="presOf" srcId="{D997A52E-24AD-4750-B4E7-8EC60F7E7C8E}" destId="{E00C2C64-5ADC-4941-9332-C30889FD71FF}" srcOrd="0" destOrd="0" presId="urn:microsoft.com/office/officeart/2018/2/layout/IconVerticalSolidList"/>
    <dgm:cxn modelId="{C27C356F-214F-4DAA-AF19-250E6A943020}" type="presParOf" srcId="{B60FDCF3-5187-4987-9293-F272AD505243}" destId="{AC99B506-B5BC-470B-BF10-7713B6252E3D}" srcOrd="0" destOrd="0" presId="urn:microsoft.com/office/officeart/2018/2/layout/IconVerticalSolidList"/>
    <dgm:cxn modelId="{0F08F0AF-0A6E-4B59-9744-56CAEFE12DFA}" type="presParOf" srcId="{AC99B506-B5BC-470B-BF10-7713B6252E3D}" destId="{2002EC8A-45FF-491C-8187-7C2243B74905}" srcOrd="0" destOrd="0" presId="urn:microsoft.com/office/officeart/2018/2/layout/IconVerticalSolidList"/>
    <dgm:cxn modelId="{A01FB29B-E0B4-49FA-8FA6-C5E62BD3327A}" type="presParOf" srcId="{AC99B506-B5BC-470B-BF10-7713B6252E3D}" destId="{71BFC4ED-E893-41B6-B405-34482C66D8D4}" srcOrd="1" destOrd="0" presId="urn:microsoft.com/office/officeart/2018/2/layout/IconVerticalSolidList"/>
    <dgm:cxn modelId="{9A5B8E11-8663-4B93-B8D1-F94EF5121723}" type="presParOf" srcId="{AC99B506-B5BC-470B-BF10-7713B6252E3D}" destId="{750EE5A1-C909-4881-B7BC-25F452223126}" srcOrd="2" destOrd="0" presId="urn:microsoft.com/office/officeart/2018/2/layout/IconVerticalSolidList"/>
    <dgm:cxn modelId="{0D858BAA-61BC-492D-BE3F-658250A7A100}" type="presParOf" srcId="{AC99B506-B5BC-470B-BF10-7713B6252E3D}" destId="{E00C2C64-5ADC-4941-9332-C30889FD71FF}" srcOrd="3" destOrd="0" presId="urn:microsoft.com/office/officeart/2018/2/layout/IconVerticalSolidList"/>
    <dgm:cxn modelId="{A1B962D0-33E9-496E-9910-66A62171AFD1}" type="presParOf" srcId="{B60FDCF3-5187-4987-9293-F272AD505243}" destId="{7E0BF7AC-56A1-4A83-8471-52283B8EDCCD}" srcOrd="1" destOrd="0" presId="urn:microsoft.com/office/officeart/2018/2/layout/IconVerticalSolidList"/>
    <dgm:cxn modelId="{64FCF7BE-4819-40F0-A13A-99EBD815616B}" type="presParOf" srcId="{B60FDCF3-5187-4987-9293-F272AD505243}" destId="{27072743-3656-4F62-96FE-B3C15C155E95}" srcOrd="2" destOrd="0" presId="urn:microsoft.com/office/officeart/2018/2/layout/IconVerticalSolidList"/>
    <dgm:cxn modelId="{68680AB1-A308-428D-AF73-4445474DD9F0}" type="presParOf" srcId="{27072743-3656-4F62-96FE-B3C15C155E95}" destId="{2CD1C4A4-9177-48FE-98A7-2F24C559A480}" srcOrd="0" destOrd="0" presId="urn:microsoft.com/office/officeart/2018/2/layout/IconVerticalSolidList"/>
    <dgm:cxn modelId="{29C71E24-A65C-464A-9E6B-97EED9EF98A7}" type="presParOf" srcId="{27072743-3656-4F62-96FE-B3C15C155E95}" destId="{A4E6E5B0-C4D7-42EE-9D74-C1C77707D44D}" srcOrd="1" destOrd="0" presId="urn:microsoft.com/office/officeart/2018/2/layout/IconVerticalSolidList"/>
    <dgm:cxn modelId="{627004B0-2032-4833-A343-082A3176441D}" type="presParOf" srcId="{27072743-3656-4F62-96FE-B3C15C155E95}" destId="{77DB9C6D-D903-4E1D-9333-A07733CB3A97}" srcOrd="2" destOrd="0" presId="urn:microsoft.com/office/officeart/2018/2/layout/IconVerticalSolidList"/>
    <dgm:cxn modelId="{33728966-40B7-4282-992A-1717B04262DD}" type="presParOf" srcId="{27072743-3656-4F62-96FE-B3C15C155E95}" destId="{C519C253-ECA2-4C45-A310-525A22CEAA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61866E-B85C-4B99-AA17-519B6B47A6E1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736B18-F73D-4D71-AFBF-8868C498C40F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317EE-1E2E-499B-B63A-5F25726AD949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FollowMe</a:t>
          </a:r>
          <a:r>
            <a:rPr lang="en-US" sz="1400" kern="1200" dirty="0"/>
            <a:t> is a web-based 3W (What, When, Who) task management system.</a:t>
          </a:r>
        </a:p>
      </dsp:txBody>
      <dsp:txXfrm>
        <a:off x="1008409" y="4098"/>
        <a:ext cx="3785046" cy="873081"/>
      </dsp:txXfrm>
    </dsp:sp>
    <dsp:sp modelId="{DC7C479F-9DEE-44AA-BCB5-4AE3453B4EC1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D95A4F-3855-4579-99AC-6307E17B0CC0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387F9-4273-4060-BA0B-A53D14422DE3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It improves communication, transparency, and accountability across departments.</a:t>
          </a:r>
        </a:p>
      </dsp:txBody>
      <dsp:txXfrm>
        <a:off x="1008409" y="1095450"/>
        <a:ext cx="3785046" cy="873081"/>
      </dsp:txXfrm>
    </dsp:sp>
    <dsp:sp modelId="{11FF6544-38CC-4EAC-8398-A68FE85C5FBC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F672D-22DE-4A7E-88CB-83CC9D8F8021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325F5-B7E7-4008-A10B-FBA29B9E00C5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Target users: Organizational Staff and Management.</a:t>
          </a:r>
        </a:p>
      </dsp:txBody>
      <dsp:txXfrm>
        <a:off x="1008409" y="2186802"/>
        <a:ext cx="3785046" cy="873081"/>
      </dsp:txXfrm>
    </dsp:sp>
    <dsp:sp modelId="{01C8F481-E813-425B-828A-027D46ABDEF4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C7493-E82D-425D-B841-318B1A70C926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A2E4E-DEE4-47A7-BA6B-6D1E683F820D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Built using Laravel, MySQL, PHP Mailer.</a:t>
          </a:r>
        </a:p>
      </dsp:txBody>
      <dsp:txXfrm>
        <a:off x="1008409" y="3278154"/>
        <a:ext cx="3785046" cy="873081"/>
      </dsp:txXfrm>
    </dsp:sp>
    <dsp:sp modelId="{9EA305FA-C5F2-4909-A7B3-E43BF0ED049E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6343C-CA51-4F8C-B55A-3BE58E763D09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9EE68-9CC1-43A1-A363-401CA9C67AB2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LDAP integration supports enterprise user access.</a:t>
          </a:r>
        </a:p>
      </dsp:txBody>
      <dsp:txXfrm>
        <a:off x="1008409" y="4369506"/>
        <a:ext cx="3785046" cy="8730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F37A0-C8EE-4DB8-B29B-6C4F941ABA7A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92BEF-67B2-44FB-88C0-CAA3C2A9E316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26E2A-AE1B-47D9-BECF-70DA2DA4C445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Current systems lack transparency and coordination in task tracking.</a:t>
          </a:r>
        </a:p>
      </dsp:txBody>
      <dsp:txXfrm>
        <a:off x="1274714" y="2177"/>
        <a:ext cx="3518741" cy="1103648"/>
      </dsp:txXfrm>
    </dsp:sp>
    <dsp:sp modelId="{C9FBBAFD-BE27-499F-9819-D0E86431FE47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8D24C-3E8F-4660-880B-F9BCC44DBCF6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B3E49-01A7-41F9-9207-71FFF241E90D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 centralized view of responsibilities.</a:t>
          </a:r>
        </a:p>
      </dsp:txBody>
      <dsp:txXfrm>
        <a:off x="1274714" y="1381738"/>
        <a:ext cx="3518741" cy="1103648"/>
      </dsp:txXfrm>
    </dsp:sp>
    <dsp:sp modelId="{F02E97D3-C9AD-49C4-9968-878E485051CD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4943E-C9D7-468D-83CF-BCDA1BACBDDB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A17E5-2233-4BEC-8E06-AD3661DDCA14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Communication gaps among departments.</a:t>
          </a:r>
        </a:p>
      </dsp:txBody>
      <dsp:txXfrm>
        <a:off x="1274714" y="2761299"/>
        <a:ext cx="3518741" cy="1103648"/>
      </dsp:txXfrm>
    </dsp:sp>
    <dsp:sp modelId="{D7E1AABA-8B66-46FB-BE20-94814487F5AE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A3865B-0371-48E6-B95F-EB05D2C064A8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EB4E8-5387-430F-BCCF-69D8D8421B48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Difficulty in managing task timelines and ownership.</a:t>
          </a:r>
        </a:p>
      </dsp:txBody>
      <dsp:txXfrm>
        <a:off x="1274714" y="4140860"/>
        <a:ext cx="3518741" cy="1103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850BE-0793-4A3E-AB2A-D04475F53B3F}">
      <dsp:nvSpPr>
        <dsp:cNvPr id="0" name=""/>
        <dsp:cNvSpPr/>
      </dsp:nvSpPr>
      <dsp:spPr>
        <a:xfrm>
          <a:off x="0" y="852586"/>
          <a:ext cx="4793456" cy="15740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67BC35-4A7D-46A1-973C-CD49D1A549C7}">
      <dsp:nvSpPr>
        <dsp:cNvPr id="0" name=""/>
        <dsp:cNvSpPr/>
      </dsp:nvSpPr>
      <dsp:spPr>
        <a:xfrm>
          <a:off x="476136" y="1206738"/>
          <a:ext cx="865703" cy="865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C8E69-0530-48A4-95BF-E64D603DB1EF}">
      <dsp:nvSpPr>
        <dsp:cNvPr id="0" name=""/>
        <dsp:cNvSpPr/>
      </dsp:nvSpPr>
      <dsp:spPr>
        <a:xfrm>
          <a:off x="1817977" y="852586"/>
          <a:ext cx="2975478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design and develop a scalable, web-based 3W Management System.</a:t>
          </a:r>
        </a:p>
      </dsp:txBody>
      <dsp:txXfrm>
        <a:off x="1817977" y="852586"/>
        <a:ext cx="2975478" cy="1574006"/>
      </dsp:txXfrm>
    </dsp:sp>
    <dsp:sp modelId="{4A4F59B2-450E-4361-9464-287A6A158294}">
      <dsp:nvSpPr>
        <dsp:cNvPr id="0" name=""/>
        <dsp:cNvSpPr/>
      </dsp:nvSpPr>
      <dsp:spPr>
        <a:xfrm>
          <a:off x="0" y="2820094"/>
          <a:ext cx="4793456" cy="15740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F0C5C6-81FC-45E2-A7C1-38D50F8FAAC8}">
      <dsp:nvSpPr>
        <dsp:cNvPr id="0" name=""/>
        <dsp:cNvSpPr/>
      </dsp:nvSpPr>
      <dsp:spPr>
        <a:xfrm>
          <a:off x="476136" y="3174245"/>
          <a:ext cx="865703" cy="865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83054-952E-4CB3-98FD-BF80B7D2FEAF}">
      <dsp:nvSpPr>
        <dsp:cNvPr id="0" name=""/>
        <dsp:cNvSpPr/>
      </dsp:nvSpPr>
      <dsp:spPr>
        <a:xfrm>
          <a:off x="1817977" y="2820094"/>
          <a:ext cx="2975478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enable structured monitoring of tasks, responsibilities, and timelines across departments.</a:t>
          </a:r>
        </a:p>
      </dsp:txBody>
      <dsp:txXfrm>
        <a:off x="1817977" y="2820094"/>
        <a:ext cx="2975478" cy="15740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2F515C-4254-42E2-84E1-184C94F74BF2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4922E-5EA4-4B0C-AAD0-AA8364FE297C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ABAB7-93FA-4A55-A650-C0849696B484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Study current task management practices.</a:t>
          </a:r>
        </a:p>
      </dsp:txBody>
      <dsp:txXfrm>
        <a:off x="1008409" y="4098"/>
        <a:ext cx="3785046" cy="873081"/>
      </dsp:txXfrm>
    </dsp:sp>
    <dsp:sp modelId="{06DA36AF-CEDE-4508-B374-DA606CC073DA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ED697-32EF-42AD-A0C7-EAF1BE6D4A7C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9627D-061E-45F7-A4CE-93D245784E36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Identify inefficiencies and gaps.</a:t>
          </a:r>
        </a:p>
      </dsp:txBody>
      <dsp:txXfrm>
        <a:off x="1008409" y="1095450"/>
        <a:ext cx="3785046" cy="873081"/>
      </dsp:txXfrm>
    </dsp:sp>
    <dsp:sp modelId="{3D093036-CF04-4495-8536-CC06E177E76D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A383B-0746-49A8-9350-97EDE554FA3B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3964D-27B7-496E-99D2-70099411EBFB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Design a 3W-centric solution</a:t>
          </a:r>
        </a:p>
      </dsp:txBody>
      <dsp:txXfrm>
        <a:off x="1008409" y="2186802"/>
        <a:ext cx="3785046" cy="873081"/>
      </dsp:txXfrm>
    </dsp:sp>
    <dsp:sp modelId="{3FE6854B-8366-4814-94DD-AC479FDD79F3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20ECCC-7543-47B4-B8ED-09A9A49A17B9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AAEDC-77A6-410F-80AF-A097063E62F2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Enable 3W updates, resource uploads, and notifications</a:t>
          </a:r>
        </a:p>
      </dsp:txBody>
      <dsp:txXfrm>
        <a:off x="1008409" y="3278154"/>
        <a:ext cx="3785046" cy="873081"/>
      </dsp:txXfrm>
    </dsp:sp>
    <dsp:sp modelId="{EDB535D0-67B1-4A65-A8EC-A6EC9E93FB45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960DA-67C8-4DD2-960E-03FBBA5E2037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C1362-D287-4171-A466-612089CBCECE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Deliver a user-friendly, maintainable system</a:t>
          </a:r>
        </a:p>
      </dsp:txBody>
      <dsp:txXfrm>
        <a:off x="1008409" y="4369506"/>
        <a:ext cx="3785046" cy="8730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C033D-C071-4800-AAE7-7AAC4B92C9D8}">
      <dsp:nvSpPr>
        <dsp:cNvPr id="0" name=""/>
        <dsp:cNvSpPr/>
      </dsp:nvSpPr>
      <dsp:spPr>
        <a:xfrm>
          <a:off x="0" y="601"/>
          <a:ext cx="45875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60593-F2AE-4712-B363-9A9E34ED3620}">
      <dsp:nvSpPr>
        <dsp:cNvPr id="0" name=""/>
        <dsp:cNvSpPr/>
      </dsp:nvSpPr>
      <dsp:spPr>
        <a:xfrm>
          <a:off x="0" y="601"/>
          <a:ext cx="4587596" cy="9855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3W = What, When, Who</a:t>
          </a:r>
        </a:p>
      </dsp:txBody>
      <dsp:txXfrm>
        <a:off x="0" y="601"/>
        <a:ext cx="4587596" cy="985504"/>
      </dsp:txXfrm>
    </dsp:sp>
    <dsp:sp modelId="{DA901B93-0E8A-4D70-BA60-3B7CD96301F7}">
      <dsp:nvSpPr>
        <dsp:cNvPr id="0" name=""/>
        <dsp:cNvSpPr/>
      </dsp:nvSpPr>
      <dsp:spPr>
        <a:xfrm>
          <a:off x="0" y="986106"/>
          <a:ext cx="45875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7C487A-73B8-42BC-99AE-D77BABCD06E8}">
      <dsp:nvSpPr>
        <dsp:cNvPr id="0" name=""/>
        <dsp:cNvSpPr/>
      </dsp:nvSpPr>
      <dsp:spPr>
        <a:xfrm>
          <a:off x="0" y="986106"/>
          <a:ext cx="4587596" cy="9855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WHAT: Task Description</a:t>
          </a:r>
        </a:p>
      </dsp:txBody>
      <dsp:txXfrm>
        <a:off x="0" y="986106"/>
        <a:ext cx="4587596" cy="985504"/>
      </dsp:txXfrm>
    </dsp:sp>
    <dsp:sp modelId="{33D7C260-EE7E-48D4-A0F0-500508FD902B}">
      <dsp:nvSpPr>
        <dsp:cNvPr id="0" name=""/>
        <dsp:cNvSpPr/>
      </dsp:nvSpPr>
      <dsp:spPr>
        <a:xfrm>
          <a:off x="0" y="1971611"/>
          <a:ext cx="45875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5D01D-446C-4EFD-959D-901B4FF32DAA}">
      <dsp:nvSpPr>
        <dsp:cNvPr id="0" name=""/>
        <dsp:cNvSpPr/>
      </dsp:nvSpPr>
      <dsp:spPr>
        <a:xfrm>
          <a:off x="0" y="1971611"/>
          <a:ext cx="4587596" cy="9855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WHEN: Due or Completion Date</a:t>
          </a:r>
        </a:p>
      </dsp:txBody>
      <dsp:txXfrm>
        <a:off x="0" y="1971611"/>
        <a:ext cx="4587596" cy="985504"/>
      </dsp:txXfrm>
    </dsp:sp>
    <dsp:sp modelId="{1C89835D-B103-4456-A07D-382D6AE6C624}">
      <dsp:nvSpPr>
        <dsp:cNvPr id="0" name=""/>
        <dsp:cNvSpPr/>
      </dsp:nvSpPr>
      <dsp:spPr>
        <a:xfrm>
          <a:off x="0" y="2957116"/>
          <a:ext cx="45875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F0A13-6873-4660-9CA8-9EF8A12D9C58}">
      <dsp:nvSpPr>
        <dsp:cNvPr id="0" name=""/>
        <dsp:cNvSpPr/>
      </dsp:nvSpPr>
      <dsp:spPr>
        <a:xfrm>
          <a:off x="0" y="2957116"/>
          <a:ext cx="4587596" cy="9855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WHO: Responsible Person</a:t>
          </a:r>
        </a:p>
      </dsp:txBody>
      <dsp:txXfrm>
        <a:off x="0" y="2957116"/>
        <a:ext cx="4587596" cy="985504"/>
      </dsp:txXfrm>
    </dsp:sp>
    <dsp:sp modelId="{72AEB5B1-2C1B-45D3-AB09-6BE889D9370E}">
      <dsp:nvSpPr>
        <dsp:cNvPr id="0" name=""/>
        <dsp:cNvSpPr/>
      </dsp:nvSpPr>
      <dsp:spPr>
        <a:xfrm>
          <a:off x="0" y="3942621"/>
          <a:ext cx="45875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E1A91-4C50-4C78-A688-061AA3F3F136}">
      <dsp:nvSpPr>
        <dsp:cNvPr id="0" name=""/>
        <dsp:cNvSpPr/>
      </dsp:nvSpPr>
      <dsp:spPr>
        <a:xfrm>
          <a:off x="0" y="3942621"/>
          <a:ext cx="4587596" cy="9855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Used to track accountability, timelines, and ownership in teams</a:t>
          </a:r>
        </a:p>
      </dsp:txBody>
      <dsp:txXfrm>
        <a:off x="0" y="3942621"/>
        <a:ext cx="4587596" cy="9855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5116D8-F23E-4F6C-B772-6A0051694D82}">
      <dsp:nvSpPr>
        <dsp:cNvPr id="0" name=""/>
        <dsp:cNvSpPr/>
      </dsp:nvSpPr>
      <dsp:spPr>
        <a:xfrm>
          <a:off x="0" y="4098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07CE4-4282-47BB-9268-4D1FE7665414}">
      <dsp:nvSpPr>
        <dsp:cNvPr id="0" name=""/>
        <dsp:cNvSpPr/>
      </dsp:nvSpPr>
      <dsp:spPr>
        <a:xfrm>
          <a:off x="264107" y="200542"/>
          <a:ext cx="480194" cy="4801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5BCBE-2302-43A0-99EC-993B3198BE81}">
      <dsp:nvSpPr>
        <dsp:cNvPr id="0" name=""/>
        <dsp:cNvSpPr/>
      </dsp:nvSpPr>
      <dsp:spPr>
        <a:xfrm>
          <a:off x="1008409" y="4098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Full Vue.js frontend</a:t>
          </a:r>
        </a:p>
      </dsp:txBody>
      <dsp:txXfrm>
        <a:off x="1008409" y="4098"/>
        <a:ext cx="3785046" cy="873081"/>
      </dsp:txXfrm>
    </dsp:sp>
    <dsp:sp modelId="{73969C70-0105-430D-A5C1-2CB2FEEF58EE}">
      <dsp:nvSpPr>
        <dsp:cNvPr id="0" name=""/>
        <dsp:cNvSpPr/>
      </dsp:nvSpPr>
      <dsp:spPr>
        <a:xfrm>
          <a:off x="0" y="1095450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A6661-7640-4F3D-B4E5-32398DDD480E}">
      <dsp:nvSpPr>
        <dsp:cNvPr id="0" name=""/>
        <dsp:cNvSpPr/>
      </dsp:nvSpPr>
      <dsp:spPr>
        <a:xfrm>
          <a:off x="264107" y="1291894"/>
          <a:ext cx="480194" cy="4801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15506-7827-4B1F-BC8C-CFBBB97D83F0}">
      <dsp:nvSpPr>
        <dsp:cNvPr id="0" name=""/>
        <dsp:cNvSpPr/>
      </dsp:nvSpPr>
      <dsp:spPr>
        <a:xfrm>
          <a:off x="1008409" y="1095450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Real-time dashboards &amp; analytics (Power BI)</a:t>
          </a:r>
        </a:p>
      </dsp:txBody>
      <dsp:txXfrm>
        <a:off x="1008409" y="1095450"/>
        <a:ext cx="3785046" cy="873081"/>
      </dsp:txXfrm>
    </dsp:sp>
    <dsp:sp modelId="{2ED74D32-2D5A-41AB-97FA-0C8FA1E0AE12}">
      <dsp:nvSpPr>
        <dsp:cNvPr id="0" name=""/>
        <dsp:cNvSpPr/>
      </dsp:nvSpPr>
      <dsp:spPr>
        <a:xfrm>
          <a:off x="0" y="2186802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40F40-BD22-4D33-AD5C-AA9F6E0674A1}">
      <dsp:nvSpPr>
        <dsp:cNvPr id="0" name=""/>
        <dsp:cNvSpPr/>
      </dsp:nvSpPr>
      <dsp:spPr>
        <a:xfrm>
          <a:off x="264107" y="2383246"/>
          <a:ext cx="480194" cy="4801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DADC5-1A85-4FF6-8517-3BAC3A99A0E1}">
      <dsp:nvSpPr>
        <dsp:cNvPr id="0" name=""/>
        <dsp:cNvSpPr/>
      </dsp:nvSpPr>
      <dsp:spPr>
        <a:xfrm>
          <a:off x="1008409" y="2186802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CI/CD with GitHub Actions</a:t>
          </a:r>
        </a:p>
      </dsp:txBody>
      <dsp:txXfrm>
        <a:off x="1008409" y="2186802"/>
        <a:ext cx="3785046" cy="873081"/>
      </dsp:txXfrm>
    </dsp:sp>
    <dsp:sp modelId="{76F8775F-6031-4525-8F9C-E7F5F8C309D2}">
      <dsp:nvSpPr>
        <dsp:cNvPr id="0" name=""/>
        <dsp:cNvSpPr/>
      </dsp:nvSpPr>
      <dsp:spPr>
        <a:xfrm>
          <a:off x="0" y="3278154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08302-EC2C-45EA-BCFD-DFC096F7CD68}">
      <dsp:nvSpPr>
        <dsp:cNvPr id="0" name=""/>
        <dsp:cNvSpPr/>
      </dsp:nvSpPr>
      <dsp:spPr>
        <a:xfrm>
          <a:off x="264107" y="3474597"/>
          <a:ext cx="480194" cy="4801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8D7DD-B5B7-41EB-80A5-7EC76D15FD7C}">
      <dsp:nvSpPr>
        <dsp:cNvPr id="0" name=""/>
        <dsp:cNvSpPr/>
      </dsp:nvSpPr>
      <dsp:spPr>
        <a:xfrm>
          <a:off x="1008409" y="3278154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Docker-based deployment</a:t>
          </a:r>
        </a:p>
      </dsp:txBody>
      <dsp:txXfrm>
        <a:off x="1008409" y="3278154"/>
        <a:ext cx="3785046" cy="873081"/>
      </dsp:txXfrm>
    </dsp:sp>
    <dsp:sp modelId="{48B1E83E-D465-4861-A805-741047685C0E}">
      <dsp:nvSpPr>
        <dsp:cNvPr id="0" name=""/>
        <dsp:cNvSpPr/>
      </dsp:nvSpPr>
      <dsp:spPr>
        <a:xfrm>
          <a:off x="0" y="4369506"/>
          <a:ext cx="4793456" cy="87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6A962-0C1A-4A92-A648-28A67C0DAE2B}">
      <dsp:nvSpPr>
        <dsp:cNvPr id="0" name=""/>
        <dsp:cNvSpPr/>
      </dsp:nvSpPr>
      <dsp:spPr>
        <a:xfrm>
          <a:off x="264107" y="4565949"/>
          <a:ext cx="480194" cy="4801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A3E0B-8D62-4900-AB6E-F8D85530F81F}">
      <dsp:nvSpPr>
        <dsp:cNvPr id="0" name=""/>
        <dsp:cNvSpPr/>
      </dsp:nvSpPr>
      <dsp:spPr>
        <a:xfrm>
          <a:off x="1008409" y="4369506"/>
          <a:ext cx="3785046" cy="87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01" tIns="92401" rIns="92401" bIns="9240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Mobile app version</a:t>
          </a:r>
        </a:p>
      </dsp:txBody>
      <dsp:txXfrm>
        <a:off x="1008409" y="4369506"/>
        <a:ext cx="3785046" cy="8730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2EC8A-45FF-491C-8187-7C2243B74905}">
      <dsp:nvSpPr>
        <dsp:cNvPr id="0" name=""/>
        <dsp:cNvSpPr/>
      </dsp:nvSpPr>
      <dsp:spPr>
        <a:xfrm>
          <a:off x="0" y="852586"/>
          <a:ext cx="4793456" cy="15740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BFC4ED-E893-41B6-B405-34482C66D8D4}">
      <dsp:nvSpPr>
        <dsp:cNvPr id="0" name=""/>
        <dsp:cNvSpPr/>
      </dsp:nvSpPr>
      <dsp:spPr>
        <a:xfrm>
          <a:off x="476136" y="1206738"/>
          <a:ext cx="865703" cy="865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C2C64-5ADC-4941-9332-C30889FD71FF}">
      <dsp:nvSpPr>
        <dsp:cNvPr id="0" name=""/>
        <dsp:cNvSpPr/>
      </dsp:nvSpPr>
      <dsp:spPr>
        <a:xfrm>
          <a:off x="1817977" y="852586"/>
          <a:ext cx="2975478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FollowMe offers a centralized, scalable 3W task tracking system.</a:t>
          </a:r>
        </a:p>
      </dsp:txBody>
      <dsp:txXfrm>
        <a:off x="1817977" y="852586"/>
        <a:ext cx="2975478" cy="1574006"/>
      </dsp:txXfrm>
    </dsp:sp>
    <dsp:sp modelId="{2CD1C4A4-9177-48FE-98A7-2F24C559A480}">
      <dsp:nvSpPr>
        <dsp:cNvPr id="0" name=""/>
        <dsp:cNvSpPr/>
      </dsp:nvSpPr>
      <dsp:spPr>
        <a:xfrm>
          <a:off x="0" y="2820094"/>
          <a:ext cx="4793456" cy="15740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6E5B0-C4D7-42EE-9D74-C1C77707D44D}">
      <dsp:nvSpPr>
        <dsp:cNvPr id="0" name=""/>
        <dsp:cNvSpPr/>
      </dsp:nvSpPr>
      <dsp:spPr>
        <a:xfrm>
          <a:off x="476136" y="3174245"/>
          <a:ext cx="865703" cy="865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9C253-ECA2-4C45-A310-525A22CEAA44}">
      <dsp:nvSpPr>
        <dsp:cNvPr id="0" name=""/>
        <dsp:cNvSpPr/>
      </dsp:nvSpPr>
      <dsp:spPr>
        <a:xfrm>
          <a:off x="1817977" y="2820094"/>
          <a:ext cx="2975478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Enhancing accountability and collaboration across departments.</a:t>
          </a:r>
        </a:p>
      </dsp:txBody>
      <dsp:txXfrm>
        <a:off x="1817977" y="2820094"/>
        <a:ext cx="2975478" cy="1574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5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36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7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29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9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3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5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0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9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6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04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7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00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25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41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82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4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7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474BD5-5CDD-4624-B265-461D5D2FA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6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541F74-7AB4-44F5-B299-DC46587E9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7C5CDCA-4575-4FF4-A5EC-64DC449B2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42D19B-10DE-4D94-98F8-1F12F9938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BC4F9F2-5068-498F-A8BD-B7B105328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3E1DABB-ED82-4D7D-8F9D-4F5168E3E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3468F7E-1797-41D7-AB73-3AD2C4C253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20D4073-E031-435E-B8A6-63CEA7375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8304B15C-CB59-49EF-BEFA-F4B5CFF1F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6739E239-4B56-4CD1-B3C9-F44730C4B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B97F9A81-D694-4C86-AF0C-8D592AFE2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2378" y="1143000"/>
            <a:ext cx="6619243" cy="3389217"/>
          </a:xfrm>
        </p:spPr>
        <p:txBody>
          <a:bodyPr anchor="ctr">
            <a:normAutofit/>
          </a:bodyPr>
          <a:lstStyle/>
          <a:p>
            <a:pPr algn="ctr"/>
            <a:r>
              <a:rPr lang="en-US" sz="5700">
                <a:solidFill>
                  <a:srgbClr val="FFFFFF"/>
                </a:solidFill>
              </a:rPr>
              <a:t>FollowMe 3W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378" y="5240851"/>
            <a:ext cx="6619243" cy="828932"/>
          </a:xfrm>
        </p:spPr>
        <p:txBody>
          <a:bodyPr>
            <a:normAutofit/>
          </a:bodyPr>
          <a:lstStyle/>
          <a:p>
            <a:pPr algn="ctr"/>
            <a:r>
              <a:rPr lang="en-US" sz="2100">
                <a:solidFill>
                  <a:schemeClr val="tx2"/>
                </a:solidFill>
              </a:rPr>
              <a:t>P.K. Vimarshana (E005170)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Project Overview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9BF3FF-AFF6-D36F-5CC0-8512265EB0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949602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3000">
                <a:solidFill>
                  <a:srgbClr val="EBEBEB"/>
                </a:solidFill>
              </a:rPr>
              <a:t>Problem Statement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D6C9C9-264E-1B84-E7D2-F5B2A4DE9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47315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E4871-8158-A692-7D49-C7BDD861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44B229-7A8D-45D9-D808-E175F7820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Project Aim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389A53-AF0F-A8D1-F805-D3C64A2442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80068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801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A8563-993F-8F49-1EDF-4F2393CB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1CF0F-7C32-5EA8-00CE-82A60606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Objective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7877B2-9918-437E-752C-1829F1A6FF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757775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796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40704-CCC4-D597-622C-570EED41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DD88FE-01A0-4F04-99DC-2B1140F59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2E9868-C728-43FF-95CC-38902E514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257282" y="402165"/>
            <a:ext cx="5053994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2A5749-6A2A-4FAF-824E-16E9569B9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96398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2615BF4-8323-4853-9A41-09C4DFBC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4353991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E68B4297-39F1-4DD7-A4EF-8E4E50111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2627342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FAF1DD-0169-4D59-8646-8EFAD90F4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364136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45D7473-2985-4534-8629-4C76A563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3193B-1666-8FDA-26DE-54AE860A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3429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What is 3W?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8277BD-4019-4E99-866A-1EA4007EC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8CE22E-69AC-4104-7293-928E53BE5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0111192"/>
              </p:ext>
            </p:extLst>
          </p:nvPr>
        </p:nvGraphicFramePr>
        <p:xfrm>
          <a:off x="723680" y="973667"/>
          <a:ext cx="4587596" cy="4928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1092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✔ Department-wise and user-wise task tracking</a:t>
            </a:r>
          </a:p>
          <a:p>
            <a:r>
              <a:rPr lang="en-US" sz="1700"/>
              <a:t>✔ Real-time updates of 3W entries</a:t>
            </a:r>
          </a:p>
          <a:p>
            <a:r>
              <a:rPr lang="en-US" sz="1700"/>
              <a:t>✔ Upload related resources</a:t>
            </a:r>
          </a:p>
          <a:p>
            <a:r>
              <a:rPr lang="en-US" sz="1700"/>
              <a:t>✔ Email and system notifications</a:t>
            </a:r>
          </a:p>
          <a:p>
            <a:r>
              <a:rPr lang="en-US" sz="1700"/>
              <a:t>✔ Role-based access control</a:t>
            </a:r>
          </a:p>
          <a:p>
            <a:r>
              <a:rPr lang="en-US" sz="1700"/>
              <a:t>✔ Performance tracking and reporting</a:t>
            </a:r>
          </a:p>
          <a:p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41" y="1241266"/>
            <a:ext cx="237076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Technology Stack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B27BBA-AE99-4D00-A26E-0B49DA4B3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7499" y="396837"/>
            <a:ext cx="5929998" cy="6058999"/>
            <a:chOff x="423332" y="396837"/>
            <a:chExt cx="7906665" cy="605899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898DFFC-9C98-4276-B117-1EECD56D1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D9DF6785-2B9D-478C-AB08-3A6258EF7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9C1FA5F-1069-410C-ACE0-A24989171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585377"/>
              </p:ext>
            </p:extLst>
          </p:nvPr>
        </p:nvGraphicFramePr>
        <p:xfrm>
          <a:off x="832322" y="1344045"/>
          <a:ext cx="4832385" cy="358841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198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0904">
                <a:tc>
                  <a:txBody>
                    <a:bodyPr/>
                    <a:lstStyle/>
                    <a:p>
                      <a:r>
                        <a:rPr sz="2600" b="0" cap="none" spc="0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marL="149103" marR="149103" marT="149103" marB="7455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0" cap="none" spc="0">
                          <a:solidFill>
                            <a:schemeClr val="bg1"/>
                          </a:solidFill>
                        </a:rPr>
                        <a:t>Technology</a:t>
                      </a:r>
                    </a:p>
                  </a:txBody>
                  <a:tcPr marL="149103" marR="149103" marT="149103" marB="7455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502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Backend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Laravel (PHP)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502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Frontend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Vue.js, HTML, CSS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502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Database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MySQL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502">
                <a:tc>
                  <a:txBody>
                    <a:bodyPr/>
                    <a:lstStyle/>
                    <a:p>
                      <a:r>
                        <a:rPr sz="2000" cap="none" spc="0" dirty="0">
                          <a:solidFill>
                            <a:schemeClr val="tx1"/>
                          </a:solidFill>
                        </a:rPr>
                        <a:t>Authentication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 dirty="0">
                          <a:solidFill>
                            <a:schemeClr val="tx1"/>
                          </a:solidFill>
                        </a:rPr>
                        <a:t>Active Directory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502">
                <a:tc>
                  <a:txBody>
                    <a:bodyPr/>
                    <a:lstStyle/>
                    <a:p>
                      <a:r>
                        <a:rPr sz="2000" cap="none" spc="0">
                          <a:solidFill>
                            <a:schemeClr val="tx1"/>
                          </a:solidFill>
                        </a:rPr>
                        <a:t>Deployment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cap="none" spc="0" dirty="0">
                          <a:solidFill>
                            <a:schemeClr val="tx1"/>
                          </a:solidFill>
                        </a:rPr>
                        <a:t>Docker</a:t>
                      </a:r>
                    </a:p>
                  </a:txBody>
                  <a:tcPr marL="149103" marR="149103" marT="149103" marB="7455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- Agile</a:t>
            </a:r>
          </a:p>
          <a:p>
            <a:r>
              <a:rPr lang="en-US" sz="1700"/>
              <a:t>- Requirements Analysis</a:t>
            </a:r>
          </a:p>
          <a:p>
            <a:r>
              <a:rPr lang="en-US" sz="1700"/>
              <a:t>- System Design</a:t>
            </a:r>
          </a:p>
          <a:p>
            <a:r>
              <a:rPr lang="en-US" sz="1700"/>
              <a:t>- Backend/API Development</a:t>
            </a:r>
          </a:p>
          <a:p>
            <a:r>
              <a:rPr lang="en-US" sz="1700"/>
              <a:t>- Prototype UI (HTML/CSS)</a:t>
            </a:r>
          </a:p>
          <a:p>
            <a:r>
              <a:rPr lang="en-US" sz="1700"/>
              <a:t>- Testing and Feedback Loops</a:t>
            </a:r>
          </a:p>
          <a:p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662FD-EFB0-1B1B-2694-978F2E8D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B1A260-8A72-4E08-82CC-DB3DB0A49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EE446B-EFB2-4F6A-AC6E-936E92DB5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83BA79-FCF5-4852-AF0E-CA634727E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630BA5-8A74-4D0A-BB80-42BB6E2D0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D6109B2-DB31-43CB-950B-AB02BC17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4C0381-B807-4F22-9362-4CF1EA4ED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DC58E5-A2AB-4AF3-BFDC-51F45B85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82E722-60BE-4C4A-93FB-ED5C9D25F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BD917B57-2D0B-49F7-99D0-3E0D11138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ED29444E-A895-4493-BEBA-CBD61CF47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9237B3E9-B2D7-4C20-930D-6FD74FFB5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3858DF-44D8-B7F9-6C71-4521C934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EBEBEB"/>
                </a:solidFill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5001-E814-C93C-47B6-D0C272B97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r>
              <a:rPr lang="en-US" sz="1700"/>
              <a:t>Presentation Layer: HTML/CSS (Vue.js planned)</a:t>
            </a:r>
          </a:p>
          <a:p>
            <a:r>
              <a:rPr lang="en-US" sz="1700"/>
              <a:t>Business Logic Layer: Laravel (REST APIs)</a:t>
            </a:r>
          </a:p>
          <a:p>
            <a:r>
              <a:rPr lang="en-US" sz="1700"/>
              <a:t>Data Access Layer: Repositories, Models</a:t>
            </a:r>
          </a:p>
          <a:p>
            <a:r>
              <a:rPr lang="en-US" sz="1700"/>
              <a:t>Database Layer: MySQL</a:t>
            </a:r>
          </a:p>
          <a:p>
            <a:r>
              <a:rPr lang="en-US" sz="1700"/>
              <a:t>Auth Layer: LDAP / Active Directory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521746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BE1F5-CF28-6AE4-0C5F-F8853159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0B775-E31A-EF2C-36EE-FF283294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41" y="1241266"/>
            <a:ext cx="237076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ER DIAGRAM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B27BBA-AE99-4D00-A26E-0B49DA4B3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7499" y="396837"/>
            <a:ext cx="5929998" cy="6058999"/>
            <a:chOff x="423332" y="396837"/>
            <a:chExt cx="7906665" cy="6058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98DFFC-9C98-4276-B117-1EECD56D1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D9DF6785-2B9D-478C-AB08-3A6258EF7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A9C1FA5F-1069-410C-ACE0-A24989171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0DD973-4649-A920-206C-C572D1AA1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2322" y="1761828"/>
            <a:ext cx="4832385" cy="333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98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59B9E-EAC8-1D60-5302-0DCAD6F3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55A1B-AE37-1ADB-BC2D-9C24B7A5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41" y="1241266"/>
            <a:ext cx="237076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USE CASE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B27BBA-AE99-4D00-A26E-0B49DA4B3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7499" y="396837"/>
            <a:ext cx="5929998" cy="6058999"/>
            <a:chOff x="423332" y="396837"/>
            <a:chExt cx="7906665" cy="605899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898DFFC-9C98-4276-B117-1EECD56D1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D9DF6785-2B9D-478C-AB08-3A6258EF7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A9C1FA5F-1069-410C-ACE0-A24989171C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9B64CE-F15C-CC3D-5700-E06881006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65673" y="1114621"/>
            <a:ext cx="2765683" cy="462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25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EBEBEB"/>
                </a:solidFill>
              </a:rPr>
              <a:t>Future Improvements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0710CF-3BA8-E5F5-2032-94D52559C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31350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700">
                <a:solidFill>
                  <a:srgbClr val="EBEBEB"/>
                </a:solidFill>
              </a:rPr>
              <a:t>Conclusion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63C283-3CDF-F842-719E-5B65FB941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840725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37099-42ED-6B1E-510E-20A6DEED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A992EA8-A2AE-480C-BFF9-7B1346439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2373"/>
            <a:ext cx="9144000" cy="6867027"/>
            <a:chOff x="0" y="-2373"/>
            <a:chExt cx="12192000" cy="686702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6F97DA-7406-453D-9AB4-28B0891B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1D171A9-30C8-4156-8EAF-50888EBE7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2A6C74-8DC4-4902-962C-0DAFD7F9B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4C65DE-5132-426E-9E92-81CB9EFF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63FE9C4-150E-4C97-A21E-53B7CD261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4DD7FA2-5B3A-4DD2-BA1A-735CC86BA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B11D6824-D097-439B-9956-5436E5111A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669AB50-4CAD-4D10-A09A-A0C01AF9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A66F8-B468-645D-D15E-5B0A0996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1295" y="1241266"/>
            <a:ext cx="4071414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5EAE72-3D24-4A03-9BDF-FBE8C100A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7501" y="396836"/>
            <a:ext cx="3744117" cy="6058999"/>
            <a:chOff x="423335" y="396836"/>
            <a:chExt cx="4992158" cy="605899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6F2A6D-EB50-477B-BD17-230CCC88F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5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8FBA8B6C-1D72-481E-A101-FBBBF888B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170217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46FCD9A8-07DA-4FCE-B3CC-44762A40B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3545327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6A7A5609-2147-0C9A-9815-557718940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323" y="2106658"/>
            <a:ext cx="2644683" cy="264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004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90</TotalTime>
  <Words>370</Words>
  <Application>Microsoft Office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 Boardroom</vt:lpstr>
      <vt:lpstr>FollowMe 3W Management System</vt:lpstr>
      <vt:lpstr>Project Overview</vt:lpstr>
      <vt:lpstr>Problem Statement</vt:lpstr>
      <vt:lpstr>Project Aim</vt:lpstr>
      <vt:lpstr>Objective</vt:lpstr>
      <vt:lpstr>What is 3W?</vt:lpstr>
      <vt:lpstr>Key Features</vt:lpstr>
      <vt:lpstr>Technology Stack</vt:lpstr>
      <vt:lpstr>Methodology</vt:lpstr>
      <vt:lpstr>System Architecture</vt:lpstr>
      <vt:lpstr>ER DIAGRAM</vt:lpstr>
      <vt:lpstr>USE CASE</vt:lpstr>
      <vt:lpstr>Future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Kasun Vimarshara</cp:lastModifiedBy>
  <cp:revision>1</cp:revision>
  <dcterms:created xsi:type="dcterms:W3CDTF">2013-01-27T09:14:16Z</dcterms:created>
  <dcterms:modified xsi:type="dcterms:W3CDTF">2025-05-25T18:52:10Z</dcterms:modified>
  <cp:category/>
</cp:coreProperties>
</file>