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FollowMe</a:t>
            </a:r>
          </a:p>
          <a:p>
            <a:r>
              <a:t>3W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P.K. Vimarshana (E2043309)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Web-based application to manage users’ 3Ws (What, When, Who)</a:t>
            </a:r>
          </a:p>
          <a:p>
            <a:pPr/>
            <a:r>
              <a:t>Aims to improve communication and accountability across departments</a:t>
            </a:r>
          </a:p>
          <a:p>
            <a:pPr/>
            <a:r>
              <a:t>Target users: Company Management and Staff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Current systems lack transparency and coordination in task tracking</a:t>
            </a:r>
          </a:p>
          <a:p>
            <a:pPr/>
            <a:r>
              <a:t>No centralized view of responsibilities</a:t>
            </a:r>
          </a:p>
          <a:p>
            <a:pPr/>
            <a:r>
              <a:t>Communication gaps among departments</a:t>
            </a:r>
          </a:p>
          <a:p>
            <a:pPr/>
            <a:r>
              <a:t>Difficulty in managing task timelines and ownership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 design and develop a scalable, web-based 3W Management System</a:t>
            </a:r>
          </a:p>
          <a:p>
            <a:pPr/>
            <a:r>
              <a:t>that enables structured monitoring of tasks, responsibilities, and timelines across departments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Study current task management practices</a:t>
            </a:r>
          </a:p>
          <a:p>
            <a:pPr/>
            <a:r>
              <a:t>Identify inefficiencies and gaps</a:t>
            </a:r>
          </a:p>
          <a:p>
            <a:pPr/>
            <a:r>
              <a:t>Design a 3W-centric solution</a:t>
            </a:r>
          </a:p>
          <a:p>
            <a:pPr/>
            <a:r>
              <a:t>Enable 3W updates, resource uploads, and notifications</a:t>
            </a:r>
          </a:p>
          <a:p>
            <a:pPr/>
            <a:r>
              <a:t>Deliver a user-friendly, maintainable system</a:t>
            </a:r>
          </a:p>
          <a:p>
            <a:pPr/>
            <a:r>
              <a:t>Prepare final report and technical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3W?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3W = What, When, Who</a:t>
            </a:r>
          </a:p>
          <a:p>
            <a:pPr/>
            <a:r>
              <a:t>WHAT: Task Description</a:t>
            </a:r>
          </a:p>
          <a:p>
            <a:pPr/>
            <a:r>
              <a:t>WHEN: Due or Completion Date</a:t>
            </a:r>
          </a:p>
          <a:p>
            <a:pPr/>
            <a:r>
              <a:t>WHO: Responsible Person</a:t>
            </a:r>
          </a:p>
          <a:p>
            <a:pPr/>
            <a:r>
              <a:t>Used to track accountability, timelines, and ownership in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✔ Department-wise and user-wise task tracking</a:t>
            </a:r>
          </a:p>
          <a:p>
            <a:pPr/>
            <a:r>
              <a:t>✔ Real-time updates of 3W entries</a:t>
            </a:r>
          </a:p>
          <a:p>
            <a:pPr/>
            <a:r>
              <a:t>✔ Upload related resources</a:t>
            </a:r>
          </a:p>
          <a:p>
            <a:pPr/>
            <a:r>
              <a:t>✔ Email and system notifications</a:t>
            </a:r>
          </a:p>
          <a:p>
            <a:pPr/>
            <a:r>
              <a:t>✔ Role-based access control</a:t>
            </a:r>
          </a:p>
          <a:p>
            <a:pPr/>
            <a:r>
              <a:t>✔ Performance tracking and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22514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Laravel (PHP)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Vue.js, HTML, CSS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MySQL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Ajax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 Directory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Docker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📌 Waterfall Model</a:t>
            </a:r>
          </a:p>
          <a:p>
            <a:pPr/>
            <a:r>
              <a:t>Structured and phase-driven approach:</a:t>
            </a:r>
          </a:p>
          <a:p>
            <a:pPr/>
            <a:r>
              <a:t>1. Requirement Analysis</a:t>
            </a:r>
          </a:p>
          <a:p>
            <a:pPr/>
            <a:r>
              <a:t>2. System Design</a:t>
            </a:r>
          </a:p>
          <a:p>
            <a:pPr/>
            <a:r>
              <a:t>3. Implementation</a:t>
            </a:r>
          </a:p>
          <a:p>
            <a:pPr/>
            <a:r>
              <a:t>4. Testing</a:t>
            </a:r>
          </a:p>
          <a:p>
            <a:pPr/>
            <a:r>
              <a:t>5. Deployment</a:t>
            </a:r>
          </a:p>
          <a:p>
            <a:pPr/>
            <a:r>
              <a:t>6.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[Diagram Placeholder]</a:t>
            </a:r>
          </a:p>
          <a:p>
            <a:pPr/>
            <a:r>
              <a:t>Presentation Layer: Vue.js</a:t>
            </a:r>
          </a:p>
          <a:p>
            <a:pPr/>
            <a:r>
              <a:t>Business Logic Layer: Laravel Services</a:t>
            </a:r>
          </a:p>
          <a:p>
            <a:pPr/>
            <a:r>
              <a:t>Data Access Layer: Repositories &amp; Models</a:t>
            </a:r>
          </a:p>
          <a:p>
            <a:pPr/>
            <a:r>
              <a:t>Database Layer: MySQL</a:t>
            </a:r>
          </a:p>
          <a:p>
            <a:pPr/>
            <a:r>
              <a:t>Auth Layer: Active Directory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📦 Web Application with All Features</a:t>
            </a:r>
          </a:p>
          <a:p>
            <a:pPr/>
            <a:r>
              <a:t>📘 Final Report</a:t>
            </a:r>
          </a:p>
          <a:p>
            <a:pPr/>
            <a:r>
              <a:t>📙 User Manual</a:t>
            </a:r>
          </a:p>
          <a:p>
            <a:pPr/>
            <a:r>
              <a:t>📜 Deployment Descriptor</a:t>
            </a:r>
          </a:p>
          <a:p>
            <a:pPr/>
            <a:r>
              <a:t>🗄️ Database Script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➡ RESTful API integration</a:t>
            </a:r>
          </a:p>
          <a:p>
            <a:pPr/>
            <a:r>
              <a:t>➡ Real-time dashboards (charts &amp; KPIs)</a:t>
            </a:r>
          </a:p>
          <a:p>
            <a:pPr/>
            <a:r>
              <a:t>➡ Notification queues with Laravel Queue</a:t>
            </a:r>
          </a:p>
          <a:p>
            <a:pPr/>
            <a:r>
              <a:t>➡ Mobile app version</a:t>
            </a:r>
          </a:p>
          <a:p>
            <a:pPr/>
            <a:r>
              <a:t>➡ CI/CD with GitHub Actions</a:t>
            </a:r>
          </a:p>
          <a:p>
            <a:pPr/>
            <a:r>
              <a:t>➡ Multi-language and accessibility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FollowMe delivers a scalable, centralized 3W tracking system</a:t>
            </a:r>
          </a:p>
          <a:p>
            <a:pPr/>
            <a:r>
              <a:t>Enhancing accountability and collaboration across departments.</a:t>
            </a:r>
          </a:p>
          <a:p>
            <a:pPr/>
            <a:r>
              <a:t>🔸 SOLID-compliant</a:t>
            </a:r>
          </a:p>
          <a:p>
            <a:pPr/>
            <a:r>
              <a:t>🔸 DRY and KISS principles</a:t>
            </a:r>
          </a:p>
          <a:p>
            <a:pPr/>
            <a:r>
              <a:t>🔸 Maintainable and Extensible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Questions &amp; Discussion</a:t>
            </a:r>
          </a:p>
          <a:p>
            <a:pPr/>
            <a:r>
              <a:t>P.K. Vimarshana (E2043309)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