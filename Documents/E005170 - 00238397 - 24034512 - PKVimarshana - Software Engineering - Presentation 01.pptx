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0" r:id="rId8"/>
    <p:sldId id="268" r:id="rId9"/>
    <p:sldId id="261" r:id="rId10"/>
    <p:sldId id="267" r:id="rId11"/>
    <p:sldId id="270" r:id="rId12"/>
    <p:sldId id="271" r:id="rId13"/>
    <p:sldId id="262" r:id="rId14"/>
    <p:sldId id="263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9DBE3-9757-4916-9AAB-FF1D55EAE5D3}" v="3" dt="2025-05-25T18:24:20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FollowMe 3W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P.K. Vimarshana (</a:t>
            </a:r>
            <a:r>
              <a:rPr lang="en-US" dirty="0"/>
              <a:t>E005170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FollowMe</a:t>
            </a:r>
            <a:r>
              <a:rPr dirty="0"/>
              <a:t> is a web-based 3W (What, When, Who) task management system.</a:t>
            </a:r>
          </a:p>
          <a:p>
            <a:r>
              <a:rPr dirty="0"/>
              <a:t>It improves communication, transparency, and accountability across departments.</a:t>
            </a:r>
          </a:p>
          <a:p>
            <a:r>
              <a:rPr dirty="0"/>
              <a:t>Target users: Organizational Staff and Management.</a:t>
            </a:r>
          </a:p>
          <a:p>
            <a:r>
              <a:rPr dirty="0"/>
              <a:t>Built using Laravel, MySQL, PHP Mailer.</a:t>
            </a:r>
          </a:p>
          <a:p>
            <a:r>
              <a:rPr dirty="0"/>
              <a:t>LDAP integration supports enterprise user access.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systems lack transparency and coordination in task tracking</a:t>
            </a:r>
            <a:r>
              <a:rPr dirty="0"/>
              <a:t>.</a:t>
            </a:r>
          </a:p>
          <a:p>
            <a:r>
              <a:rPr lang="en-US" dirty="0"/>
              <a:t>No centralized view of responsibilities</a:t>
            </a:r>
            <a:r>
              <a:rPr dirty="0"/>
              <a:t>.</a:t>
            </a:r>
          </a:p>
          <a:p>
            <a:r>
              <a:rPr lang="en-US" dirty="0"/>
              <a:t>Communication gaps among departments</a:t>
            </a:r>
            <a:r>
              <a:rPr dirty="0"/>
              <a:t>.</a:t>
            </a:r>
          </a:p>
          <a:p>
            <a:r>
              <a:rPr lang="en-US" dirty="0"/>
              <a:t>Difficulty in managing task timelines and ownership</a:t>
            </a:r>
            <a:r>
              <a:rPr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4871-8158-A692-7D49-C7BDD861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B229-7A8D-45D9-D808-E175F782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Aim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63E4-75F0-FAF3-9F4A-217E769A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and develop a scalable, web-based 3W Management System</a:t>
            </a:r>
            <a:r>
              <a:rPr dirty="0"/>
              <a:t>.</a:t>
            </a:r>
          </a:p>
          <a:p>
            <a:r>
              <a:rPr lang="en-US" dirty="0"/>
              <a:t>enable structured monitoring of tasks, responsibilities, and timelines across departments</a:t>
            </a:r>
            <a:r>
              <a:rPr dirty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801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8563-993F-8F49-1EDF-4F2393CB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CF0F-7C32-5EA8-00CE-82A60606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F08A-E480-5614-DF5E-89FFCA15C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Study current task management practices</a:t>
            </a:r>
            <a:r>
              <a:rPr dirty="0"/>
              <a:t>.</a:t>
            </a:r>
          </a:p>
          <a:p>
            <a:r>
              <a:rPr lang="en-US" dirty="0"/>
              <a:t>Identify inefficiencies and gaps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Design a 3W-centric solution</a:t>
            </a:r>
          </a:p>
          <a:p>
            <a:r>
              <a:rPr lang="en-US" dirty="0"/>
              <a:t>Enable 3W updates, resource uploads, and notifications</a:t>
            </a:r>
          </a:p>
          <a:p>
            <a:r>
              <a:rPr lang="en-US" dirty="0"/>
              <a:t>Deliver a user-friendly, maintainable system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96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0704-CCC4-D597-622C-570EED41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193B-1666-8FDA-26DE-54AE860A2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3W?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156D-F683-9408-B716-FDDA395E6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3W = What, When, Who</a:t>
            </a:r>
          </a:p>
          <a:p>
            <a:r>
              <a:rPr lang="en-US" dirty="0"/>
              <a:t>WHAT: Task Description</a:t>
            </a:r>
          </a:p>
          <a:p>
            <a:r>
              <a:rPr lang="en-US" dirty="0"/>
              <a:t>WHEN: Due or Completion Date</a:t>
            </a:r>
          </a:p>
          <a:p>
            <a:r>
              <a:rPr lang="en-US" dirty="0"/>
              <a:t>WHO: Responsible Person</a:t>
            </a:r>
          </a:p>
          <a:p>
            <a:r>
              <a:rPr lang="en-US" dirty="0"/>
              <a:t>Used to track accountability, timelines, and ownership in teams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92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✔ </a:t>
            </a:r>
            <a:r>
              <a:rPr lang="en-US" dirty="0"/>
              <a:t>Department-wise and user-wise task tracking</a:t>
            </a:r>
            <a:endParaRPr dirty="0"/>
          </a:p>
          <a:p>
            <a:r>
              <a:rPr dirty="0"/>
              <a:t>✔ </a:t>
            </a:r>
            <a:r>
              <a:rPr lang="en-US" dirty="0"/>
              <a:t>Real-time updates of 3W entries</a:t>
            </a:r>
            <a:endParaRPr dirty="0"/>
          </a:p>
          <a:p>
            <a:r>
              <a:rPr dirty="0"/>
              <a:t>✔ </a:t>
            </a:r>
            <a:r>
              <a:rPr lang="en-US" dirty="0"/>
              <a:t>Upload related resources</a:t>
            </a:r>
            <a:endParaRPr dirty="0"/>
          </a:p>
          <a:p>
            <a:r>
              <a:rPr dirty="0"/>
              <a:t>✔ </a:t>
            </a:r>
            <a:r>
              <a:rPr lang="en-US" dirty="0"/>
              <a:t>Email and system notifications</a:t>
            </a:r>
            <a:endParaRPr dirty="0"/>
          </a:p>
          <a:p>
            <a:r>
              <a:rPr dirty="0"/>
              <a:t>✔ </a:t>
            </a:r>
            <a:r>
              <a:rPr lang="en-US" dirty="0"/>
              <a:t>Role-based access control</a:t>
            </a:r>
            <a:endParaRPr dirty="0"/>
          </a:p>
          <a:p>
            <a:r>
              <a:rPr dirty="0"/>
              <a:t>✔ </a:t>
            </a:r>
            <a:r>
              <a:rPr lang="en-US" dirty="0"/>
              <a:t>Performance tracking and reporting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66696"/>
              </p:ext>
            </p:extLst>
          </p:nvPr>
        </p:nvGraphicFramePr>
        <p:xfrm>
          <a:off x="457200" y="1609725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Laravel (PHP)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Vue.js, HTML, CSS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dirty="0"/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Ajax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dirty="0"/>
              <a:t>Agile</a:t>
            </a:r>
          </a:p>
          <a:p>
            <a:r>
              <a:rPr dirty="0"/>
              <a:t>- Requirements Analysis</a:t>
            </a:r>
          </a:p>
          <a:p>
            <a:r>
              <a:rPr dirty="0"/>
              <a:t>- System Design</a:t>
            </a:r>
          </a:p>
          <a:p>
            <a:r>
              <a:rPr dirty="0"/>
              <a:t>- </a:t>
            </a:r>
            <a:r>
              <a:rPr lang="en-US" dirty="0"/>
              <a:t>Backend/API Development</a:t>
            </a:r>
            <a:endParaRPr dirty="0"/>
          </a:p>
          <a:p>
            <a:r>
              <a:rPr dirty="0"/>
              <a:t>- Prototype UI (HTML/CSS)</a:t>
            </a:r>
          </a:p>
          <a:p>
            <a:r>
              <a:rPr dirty="0"/>
              <a:t>- Testing and Feedback Loops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62FD-EFB0-1B1B-2694-978F2E8D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58DF-44D8-B7F9-6C71-4521C93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5001-E814-C93C-47B6-D0C272B97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Presentation Layer: HTML/CSS (Vue.js planned)</a:t>
            </a:r>
          </a:p>
          <a:p>
            <a:r>
              <a:rPr dirty="0"/>
              <a:t>Business Logic Layer: Laravel (REST APIs)</a:t>
            </a:r>
          </a:p>
          <a:p>
            <a:r>
              <a:rPr dirty="0"/>
              <a:t>Data Access Layer: Repositories, Models</a:t>
            </a:r>
          </a:p>
          <a:p>
            <a:r>
              <a:rPr dirty="0"/>
              <a:t>Database Layer: MySQL</a:t>
            </a:r>
          </a:p>
          <a:p>
            <a:r>
              <a:rPr dirty="0"/>
              <a:t>Auth Layer: LDAP / Active Directory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74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E1F5-CF28-6AE4-0C5F-F8853159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B775-E31A-EF2C-36EE-FF283294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DD973-4649-A920-206C-C572D1AA1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59" y="1600200"/>
            <a:ext cx="6567881" cy="4525963"/>
          </a:xfrm>
        </p:spPr>
      </p:pic>
    </p:spTree>
    <p:extLst>
      <p:ext uri="{BB962C8B-B14F-4D97-AF65-F5344CB8AC3E}">
        <p14:creationId xmlns:p14="http://schemas.microsoft.com/office/powerpoint/2010/main" val="294449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9B9E-EAC8-1D60-5302-0DCAD6F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5A1B-AE37-1ADB-BC2D-9C24B7A5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9B64CE-F15C-CC3D-5700-E06881006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007" y="1600200"/>
            <a:ext cx="2707985" cy="4525963"/>
          </a:xfrm>
        </p:spPr>
      </p:pic>
    </p:spTree>
    <p:extLst>
      <p:ext uri="{BB962C8B-B14F-4D97-AF65-F5344CB8AC3E}">
        <p14:creationId xmlns:p14="http://schemas.microsoft.com/office/powerpoint/2010/main" val="100762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 Vue.js frontend</a:t>
            </a:r>
          </a:p>
          <a:p>
            <a:r>
              <a:t>- Real-time dashboards &amp; analytics (Power BI)</a:t>
            </a:r>
          </a:p>
          <a:p>
            <a:r>
              <a:t>- CI/CD with GitHub Actions</a:t>
            </a:r>
          </a:p>
          <a:p>
            <a:r>
              <a:t>- Docker-based deployment</a:t>
            </a:r>
          </a:p>
          <a:p>
            <a:r>
              <a:t>- Mobile app version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FollowMe</a:t>
            </a:r>
            <a:r>
              <a:rPr dirty="0"/>
              <a:t> offers a centralized, scalable 3W task tracking system.</a:t>
            </a:r>
          </a:p>
          <a:p>
            <a:r>
              <a:rPr lang="en-US" dirty="0"/>
              <a:t>Enhancing accountability and collaboration across departments</a:t>
            </a:r>
            <a:r>
              <a:rPr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7099-42ED-6B1E-510E-20A6DEED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66F8-B468-645D-D15E-5B0A0996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660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372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FollowMe 3W Management System</vt:lpstr>
      <vt:lpstr>Project Overview</vt:lpstr>
      <vt:lpstr>Problem Statement</vt:lpstr>
      <vt:lpstr>Project Aim</vt:lpstr>
      <vt:lpstr>Objective</vt:lpstr>
      <vt:lpstr>What is 3W?</vt:lpstr>
      <vt:lpstr>Key Features</vt:lpstr>
      <vt:lpstr>Technology Stack</vt:lpstr>
      <vt:lpstr>Methodology</vt:lpstr>
      <vt:lpstr>System Architecture</vt:lpstr>
      <vt:lpstr>ER DIAGRAM</vt:lpstr>
      <vt:lpstr>USE CASE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Kasun Vimarshara</cp:lastModifiedBy>
  <cp:revision>2</cp:revision>
  <dcterms:created xsi:type="dcterms:W3CDTF">2013-01-27T09:14:16Z</dcterms:created>
  <dcterms:modified xsi:type="dcterms:W3CDTF">2025-05-25T18:30:18Z</dcterms:modified>
  <cp:category/>
</cp:coreProperties>
</file>